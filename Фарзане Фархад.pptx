
<file path=[Content_Types].xml><?xml version="1.0" encoding="utf-8"?>
<Types xmlns="http://schemas.openxmlformats.org/package/2006/content-types">
  <Default Extension="jpeg" ContentType="image/jpeg"/>
  <Default Extension="jpg" ContentType="image/jp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9" r:id="rId4"/>
    <p:sldId id="260" r:id="rId5"/>
    <p:sldId id="261" r:id="rId6"/>
    <p:sldId id="262" r:id="rId7"/>
  </p:sldIdLst>
  <p:sldSz cx="12192000" cy="6858000"/>
  <p:notesSz cx="6858000" cy="9144000"/>
  <p:defaultTextStyle>
    <a:defPPr>
      <a:defRPr lang="ru-RU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064C0FF0-D031-448A-B8A6-88B4EDC08584}" v="334" dt="2026-05-11T17:21:14.299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6982" autoAdjust="0"/>
    <p:restoredTop sz="94660"/>
  </p:normalViewPr>
  <p:slideViewPr>
    <p:cSldViewPr snapToGrid="0">
      <p:cViewPr varScale="1">
        <p:scale>
          <a:sx n="88" d="100"/>
          <a:sy n="88" d="100"/>
        </p:scale>
        <p:origin x="331" y="6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microsoft.com/office/2015/10/relationships/revisionInfo" Target="revisionInfo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ableStyles" Target="tableStyles.xml"/><Relationship Id="rId5" Type="http://schemas.openxmlformats.org/officeDocument/2006/relationships/slide" Target="slides/slide4.xml"/><Relationship Id="rId10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Подзаголовок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ru-RU"/>
              <a:t>Образец подзаголовка</a:t>
            </a:r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2FFB779-270B-4192-84BA-A697F48306DC}" type="datetimeFigureOut">
              <a:rPr lang="ru-RU" smtClean="0"/>
              <a:t>11.05.2026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85DC19C-03DA-4066-9FF7-D0BF1BC6D6F6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6107992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2FFB779-270B-4192-84BA-A697F48306DC}" type="datetimeFigureOut">
              <a:rPr lang="ru-RU" smtClean="0"/>
              <a:t>11.05.2026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85DC19C-03DA-4066-9FF7-D0BF1BC6D6F6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70371172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Заголовок раздел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2FFB779-270B-4192-84BA-A697F48306DC}" type="datetimeFigureOut">
              <a:rPr lang="ru-RU" smtClean="0"/>
              <a:t>11.05.2026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85DC19C-03DA-4066-9FF7-D0BF1BC6D6F6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07636989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Два объект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Объект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2FFB779-270B-4192-84BA-A697F48306DC}" type="datetimeFigureOut">
              <a:rPr lang="ru-RU" smtClean="0"/>
              <a:t>11.05.2026</a:t>
            </a:fld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85DC19C-03DA-4066-9FF7-D0BF1BC6D6F6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62576220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Сравн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Объект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5" name="Текст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6" name="Объект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7" name="Дата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2FFB779-270B-4192-84BA-A697F48306DC}" type="datetimeFigureOut">
              <a:rPr lang="ru-RU" smtClean="0"/>
              <a:t>11.05.2026</a:t>
            </a:fld>
            <a:endParaRPr lang="ru-RU"/>
          </a:p>
        </p:txBody>
      </p:sp>
      <p:sp>
        <p:nvSpPr>
          <p:cNvPr id="8" name="Нижний колонтитул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9" name="Номер слайда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85DC19C-03DA-4066-9FF7-D0BF1BC6D6F6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8800276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Только заголовок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Дата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2FFB779-270B-4192-84BA-A697F48306DC}" type="datetimeFigureOut">
              <a:rPr lang="ru-RU" smtClean="0"/>
              <a:t>11.05.2026</a:t>
            </a:fld>
            <a:endParaRPr lang="ru-RU"/>
          </a:p>
        </p:txBody>
      </p:sp>
      <p:sp>
        <p:nvSpPr>
          <p:cNvPr id="4" name="Нижний колонтитул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5" name="Номер слайда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85DC19C-03DA-4066-9FF7-D0BF1BC6D6F6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29533554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Дата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2FFB779-270B-4192-84BA-A697F48306DC}" type="datetimeFigureOut">
              <a:rPr lang="ru-RU" smtClean="0"/>
              <a:t>11.05.2026</a:t>
            </a:fld>
            <a:endParaRPr lang="ru-RU"/>
          </a:p>
        </p:txBody>
      </p:sp>
      <p:sp>
        <p:nvSpPr>
          <p:cNvPr id="3" name="Нижний колонтитул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85DC19C-03DA-4066-9FF7-D0BF1BC6D6F6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98875414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Объект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Текст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2FFB779-270B-4192-84BA-A697F48306DC}" type="datetimeFigureOut">
              <a:rPr lang="ru-RU" smtClean="0"/>
              <a:t>11.05.2026</a:t>
            </a:fld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85DC19C-03DA-4066-9FF7-D0BF1BC6D6F6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66569528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Рисунок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Рисунок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ru-RU"/>
          </a:p>
        </p:txBody>
      </p:sp>
      <p:sp>
        <p:nvSpPr>
          <p:cNvPr id="4" name="Текст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2FFB779-270B-4192-84BA-A697F48306DC}" type="datetimeFigureOut">
              <a:rPr lang="ru-RU" smtClean="0"/>
              <a:t>11.05.2026</a:t>
            </a:fld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85DC19C-03DA-4066-9FF7-D0BF1BC6D6F6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13416924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Заголовок и вертикальный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Вертикальный текст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2FFB779-270B-4192-84BA-A697F48306DC}" type="datetimeFigureOut">
              <a:rPr lang="ru-RU" smtClean="0"/>
              <a:t>11.05.2026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85DC19C-03DA-4066-9FF7-D0BF1BC6D6F6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06572748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Вертикальный заголовок и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тикальный заголовок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Вертикальный текст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2FFB779-270B-4192-84BA-A697F48306DC}" type="datetimeFigureOut">
              <a:rPr lang="ru-RU" smtClean="0"/>
              <a:t>11.05.2026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85DC19C-03DA-4066-9FF7-D0BF1BC6D6F6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812261758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>
  <p:cSld name="Blank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bg object 16"/>
          <p:cNvSpPr/>
          <p:nvPr/>
        </p:nvSpPr>
        <p:spPr>
          <a:xfrm>
            <a:off x="0" y="4953000"/>
            <a:ext cx="5667375" cy="1343025"/>
          </a:xfrm>
          <a:custGeom>
            <a:avLst/>
            <a:gdLst/>
            <a:ahLst/>
            <a:cxnLst/>
            <a:rect l="l" t="t" r="r" b="b"/>
            <a:pathLst>
              <a:path w="5667375" h="1343025">
                <a:moveTo>
                  <a:pt x="5667375" y="0"/>
                </a:moveTo>
                <a:lnTo>
                  <a:pt x="0" y="0"/>
                </a:lnTo>
                <a:lnTo>
                  <a:pt x="0" y="1343025"/>
                </a:lnTo>
                <a:lnTo>
                  <a:pt x="5667375" y="1343025"/>
                </a:lnTo>
                <a:lnTo>
                  <a:pt x="5667375" y="0"/>
                </a:lnTo>
                <a:close/>
              </a:path>
            </a:pathLst>
          </a:custGeom>
          <a:solidFill>
            <a:srgbClr val="0E9ED4"/>
          </a:solidFill>
        </p:spPr>
        <p:txBody>
          <a:bodyPr wrap="square" lIns="0" tIns="0" rIns="0" bIns="0" rtlCol="0"/>
          <a:lstStyle/>
          <a:p>
            <a:endParaRPr/>
          </a:p>
        </p:txBody>
      </p:sp>
      <p:pic>
        <p:nvPicPr>
          <p:cNvPr id="17" name="bg object 17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533400" y="342836"/>
            <a:ext cx="6415151" cy="6367526"/>
          </a:xfrm>
          <a:prstGeom prst="rect">
            <a:avLst/>
          </a:prstGeom>
        </p:spPr>
      </p:pic>
      <p:sp>
        <p:nvSpPr>
          <p:cNvPr id="18" name="bg object 18"/>
          <p:cNvSpPr/>
          <p:nvPr/>
        </p:nvSpPr>
        <p:spPr>
          <a:xfrm>
            <a:off x="685800" y="371475"/>
            <a:ext cx="6115050" cy="6067425"/>
          </a:xfrm>
          <a:custGeom>
            <a:avLst/>
            <a:gdLst/>
            <a:ahLst/>
            <a:cxnLst/>
            <a:rect l="l" t="t" r="r" b="b"/>
            <a:pathLst>
              <a:path w="6115050" h="6067425">
                <a:moveTo>
                  <a:pt x="6115050" y="0"/>
                </a:moveTo>
                <a:lnTo>
                  <a:pt x="0" y="0"/>
                </a:lnTo>
                <a:lnTo>
                  <a:pt x="0" y="6067425"/>
                </a:lnTo>
                <a:lnTo>
                  <a:pt x="6115050" y="6067425"/>
                </a:lnTo>
                <a:lnTo>
                  <a:pt x="6115050" y="0"/>
                </a:lnTo>
                <a:close/>
              </a:path>
            </a:pathLst>
          </a:custGeom>
          <a:solidFill>
            <a:srgbClr val="FFFFFF"/>
          </a:solidFill>
        </p:spPr>
        <p:txBody>
          <a:bodyPr wrap="square" lIns="0" tIns="0" rIns="0" bIns="0" rtlCol="0"/>
          <a:lstStyle/>
          <a:p>
            <a:endParaRPr/>
          </a:p>
        </p:txBody>
      </p:sp>
      <p:pic>
        <p:nvPicPr>
          <p:cNvPr id="19" name="bg object 19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942975" y="628650"/>
            <a:ext cx="5610225" cy="5600700"/>
          </a:xfrm>
          <a:prstGeom prst="rect">
            <a:avLst/>
          </a:prstGeom>
        </p:spPr>
      </p:pic>
      <p:sp>
        <p:nvSpPr>
          <p:cNvPr id="2" name="Holder 2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5/11/2026</a:t>
            </a:fld>
            <a:endParaRPr lang="en-US"/>
          </a:p>
        </p:txBody>
      </p:sp>
      <p:sp>
        <p:nvSpPr>
          <p:cNvPr id="4" name="Holder 4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199483589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F2FFB779-270B-4192-84BA-A697F48306DC}" type="datetimeFigureOut">
              <a:rPr lang="ru-RU" smtClean="0"/>
              <a:t>11.05.2026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285DC19C-03DA-4066-9FF7-D0BF1BC6D6F6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15497949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e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eg"/><Relationship Id="rId2" Type="http://schemas.openxmlformats.org/officeDocument/2006/relationships/image" Target="../media/image4.jpe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2" Type="http://schemas.openxmlformats.org/officeDocument/2006/relationships/image" Target="../media/image6.jpe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8.jpeg"/><Relationship Id="rId4" Type="http://schemas.openxmlformats.org/officeDocument/2006/relationships/image" Target="../media/image7.jpe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jpeg"/><Relationship Id="rId2" Type="http://schemas.openxmlformats.org/officeDocument/2006/relationships/image" Target="../media/image7.jpe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1.jpeg"/><Relationship Id="rId5" Type="http://schemas.openxmlformats.org/officeDocument/2006/relationships/image" Target="../media/image10.jpeg"/><Relationship Id="rId4" Type="http://schemas.openxmlformats.org/officeDocument/2006/relationships/image" Target="../media/image5.jpe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2" Type="http://schemas.openxmlformats.org/officeDocument/2006/relationships/image" Target="../media/image4.jpe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1.jpe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/>
          <p:nvPr/>
        </p:nvSpPr>
        <p:spPr>
          <a:xfrm>
            <a:off x="7313658" y="976726"/>
            <a:ext cx="4197350" cy="4904548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0">
              <a:lnSpc>
                <a:spcPts val="2720"/>
              </a:lnSpc>
              <a:spcBef>
                <a:spcPts val="105"/>
              </a:spcBef>
            </a:pPr>
            <a:r>
              <a:rPr sz="2400" b="1" spc="-114" dirty="0" err="1">
                <a:latin typeface="Trebuchet MS"/>
                <a:cs typeface="Trebuchet MS"/>
              </a:rPr>
              <a:t>Преподавател</a:t>
            </a:r>
            <a:r>
              <a:rPr lang="ru-RU" sz="2400" b="1" spc="-114" dirty="0">
                <a:latin typeface="Trebuchet MS"/>
                <a:cs typeface="Trebuchet MS"/>
              </a:rPr>
              <a:t>ь</a:t>
            </a:r>
            <a:r>
              <a:rPr sz="2400" b="1" spc="-114" dirty="0">
                <a:latin typeface="Trebuchet MS"/>
                <a:cs typeface="Trebuchet MS"/>
              </a:rPr>
              <a:t>:</a:t>
            </a:r>
            <a:r>
              <a:rPr lang="ru-RU" sz="2400" dirty="0">
                <a:solidFill>
                  <a:srgbClr val="000000"/>
                </a:solidFill>
                <a:effectLst/>
                <a:latin typeface="Trebuchet MS" panose="020B0603020202020204" pitchFamily="34" charset="0"/>
                <a:ea typeface="Times New Roman" panose="02020603050405020304" pitchFamily="18" charset="0"/>
              </a:rPr>
              <a:t>Халилов </a:t>
            </a:r>
            <a:r>
              <a:rPr lang="ru-RU" sz="2400" dirty="0" err="1">
                <a:solidFill>
                  <a:srgbClr val="000000"/>
                </a:solidFill>
                <a:effectLst/>
                <a:latin typeface="Trebuchet MS" panose="020B0603020202020204" pitchFamily="34" charset="0"/>
                <a:ea typeface="Times New Roman" panose="02020603050405020304" pitchFamily="18" charset="0"/>
              </a:rPr>
              <a:t>Матлаб</a:t>
            </a:r>
            <a:r>
              <a:rPr lang="ru-RU" sz="2400" dirty="0">
                <a:solidFill>
                  <a:srgbClr val="000000"/>
                </a:solidFill>
                <a:effectLst/>
                <a:latin typeface="Trebuchet MS" panose="020B0603020202020204" pitchFamily="34" charset="0"/>
                <a:ea typeface="Times New Roman" panose="02020603050405020304" pitchFamily="18" charset="0"/>
              </a:rPr>
              <a:t> , Алиев Джамиль</a:t>
            </a:r>
            <a:r>
              <a:rPr sz="2400" spc="-175" dirty="0">
                <a:latin typeface="Trebuchet MS" panose="020B0603020202020204" pitchFamily="34" charset="0"/>
                <a:cs typeface="Trebuchet MS"/>
              </a:rPr>
              <a:t> </a:t>
            </a:r>
            <a:endParaRPr lang="ru-RU" sz="2400" spc="-175" dirty="0">
              <a:latin typeface="Trebuchet MS" panose="020B0603020202020204" pitchFamily="34" charset="0"/>
              <a:cs typeface="Trebuchet MS"/>
            </a:endParaRPr>
          </a:p>
          <a:p>
            <a:pPr marL="12700">
              <a:lnSpc>
                <a:spcPts val="2720"/>
              </a:lnSpc>
              <a:spcBef>
                <a:spcPts val="105"/>
              </a:spcBef>
            </a:pPr>
            <a:r>
              <a:rPr sz="2400" b="1" spc="-125" dirty="0" err="1">
                <a:latin typeface="Trebuchet MS"/>
                <a:cs typeface="Trebuchet MS"/>
              </a:rPr>
              <a:t>Студент</a:t>
            </a:r>
            <a:r>
              <a:rPr sz="2400" b="1" spc="-125" dirty="0">
                <a:latin typeface="Trebuchet MS"/>
                <a:cs typeface="Trebuchet MS"/>
              </a:rPr>
              <a:t>:</a:t>
            </a:r>
            <a:r>
              <a:rPr sz="2400" b="1" spc="-215" dirty="0">
                <a:latin typeface="Trebuchet MS"/>
                <a:cs typeface="Trebuchet MS"/>
              </a:rPr>
              <a:t> </a:t>
            </a:r>
            <a:r>
              <a:rPr sz="2400" spc="-75" dirty="0">
                <a:latin typeface="Trebuchet MS"/>
                <a:cs typeface="Trebuchet MS"/>
              </a:rPr>
              <a:t>Фарзане</a:t>
            </a:r>
            <a:r>
              <a:rPr sz="2400" spc="-204" dirty="0">
                <a:latin typeface="Trebuchet MS"/>
                <a:cs typeface="Trebuchet MS"/>
              </a:rPr>
              <a:t> </a:t>
            </a:r>
            <a:r>
              <a:rPr sz="2400" spc="-10" dirty="0">
                <a:latin typeface="Trebuchet MS"/>
                <a:cs typeface="Trebuchet MS"/>
              </a:rPr>
              <a:t>Фархад</a:t>
            </a:r>
            <a:endParaRPr sz="2400" dirty="0">
              <a:latin typeface="Trebuchet MS"/>
              <a:cs typeface="Trebuchet MS"/>
            </a:endParaRPr>
          </a:p>
          <a:p>
            <a:pPr marL="12700">
              <a:lnSpc>
                <a:spcPct val="100000"/>
              </a:lnSpc>
              <a:spcBef>
                <a:spcPts val="2300"/>
              </a:spcBef>
            </a:pPr>
            <a:r>
              <a:rPr sz="2400" b="1" spc="-175" dirty="0">
                <a:latin typeface="Trebuchet MS"/>
                <a:cs typeface="Trebuchet MS"/>
              </a:rPr>
              <a:t>Группа:</a:t>
            </a:r>
            <a:r>
              <a:rPr sz="2400" b="1" spc="-225" dirty="0">
                <a:latin typeface="Trebuchet MS"/>
                <a:cs typeface="Trebuchet MS"/>
              </a:rPr>
              <a:t> </a:t>
            </a:r>
            <a:r>
              <a:rPr sz="2400" spc="-10" dirty="0">
                <a:latin typeface="Trebuchet MS"/>
                <a:cs typeface="Trebuchet MS"/>
              </a:rPr>
              <a:t>680.23</a:t>
            </a:r>
            <a:endParaRPr sz="2400" dirty="0">
              <a:latin typeface="Trebuchet MS"/>
              <a:cs typeface="Trebuchet MS"/>
            </a:endParaRPr>
          </a:p>
          <a:p>
            <a:pPr marL="12700">
              <a:lnSpc>
                <a:spcPct val="100000"/>
              </a:lnSpc>
              <a:spcBef>
                <a:spcPts val="2305"/>
              </a:spcBef>
            </a:pPr>
            <a:r>
              <a:rPr sz="2400" b="1" spc="-140" dirty="0">
                <a:latin typeface="Trebuchet MS"/>
                <a:cs typeface="Trebuchet MS"/>
              </a:rPr>
              <a:t>Предмет:</a:t>
            </a:r>
            <a:r>
              <a:rPr sz="2400" b="1" spc="-210" dirty="0">
                <a:latin typeface="Trebuchet MS"/>
                <a:cs typeface="Trebuchet MS"/>
              </a:rPr>
              <a:t> </a:t>
            </a:r>
            <a:r>
              <a:rPr lang="ru-RU" sz="2400" dirty="0">
                <a:effectLst/>
                <a:latin typeface="Trebuchet MS" panose="020B0603020202020204" pitchFamily="34" charset="0"/>
                <a:ea typeface="Times New Roman" panose="02020603050405020304" pitchFamily="18" charset="0"/>
              </a:rPr>
              <a:t>Веб-системы и технологии</a:t>
            </a:r>
            <a:endParaRPr lang="ru-RU" sz="2400" b="1" spc="-210" dirty="0">
              <a:latin typeface="Trebuchet MS" panose="020B0603020202020204" pitchFamily="34" charset="0"/>
              <a:cs typeface="Trebuchet MS"/>
            </a:endParaRPr>
          </a:p>
          <a:p>
            <a:pPr marL="12700">
              <a:lnSpc>
                <a:spcPct val="100000"/>
              </a:lnSpc>
              <a:spcBef>
                <a:spcPts val="2305"/>
              </a:spcBef>
            </a:pPr>
            <a:r>
              <a:rPr sz="2400" b="1" spc="-245" dirty="0" err="1">
                <a:latin typeface="Trebuchet MS"/>
                <a:cs typeface="Trebuchet MS"/>
              </a:rPr>
              <a:t>Тема</a:t>
            </a:r>
            <a:r>
              <a:rPr sz="2400" b="1" spc="-245" dirty="0">
                <a:latin typeface="Trebuchet MS"/>
                <a:cs typeface="Trebuchet MS"/>
              </a:rPr>
              <a:t>:</a:t>
            </a:r>
            <a:r>
              <a:rPr lang="ru-RU" sz="2400" dirty="0">
                <a:effectLst/>
                <a:latin typeface="Trebuchet MS" panose="020B0603020202020204" pitchFamily="34" charset="0"/>
                <a:ea typeface="Times New Roman" panose="02020603050405020304" pitchFamily="18" charset="0"/>
              </a:rPr>
              <a:t>Разработка онлайновой информационно-справочной системы для интернет-магазина спортивной одежды</a:t>
            </a:r>
            <a:endParaRPr sz="2400" dirty="0">
              <a:latin typeface="Trebuchet MS" panose="020B0603020202020204" pitchFamily="34" charset="0"/>
              <a:cs typeface="Trebuchet MS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8" name="Rectangle 17">
            <a:extLst>
              <a:ext uri="{FF2B5EF4-FFF2-40B4-BE49-F238E27FC236}">
                <a16:creationId xmlns:a16="http://schemas.microsoft.com/office/drawing/2014/main" id="{7FF47CB7-972F-479F-A36D-9E72D26EC8D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Freeform: Shape 19">
            <a:extLst>
              <a:ext uri="{FF2B5EF4-FFF2-40B4-BE49-F238E27FC236}">
                <a16:creationId xmlns:a16="http://schemas.microsoft.com/office/drawing/2014/main" id="{0D153B68-5844-490D-8E67-F616D6D721C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-1"/>
            <a:ext cx="11766176" cy="2061837"/>
          </a:xfrm>
          <a:custGeom>
            <a:avLst/>
            <a:gdLst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407128 w 10768629"/>
              <a:gd name="connsiteY46" fmla="*/ 961344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9437 w 10768629"/>
              <a:gd name="connsiteY140" fmla="*/ 1636968 h 1978172"/>
              <a:gd name="connsiteX141" fmla="*/ 5440853 w 10768629"/>
              <a:gd name="connsiteY141" fmla="*/ 1657958 h 1978172"/>
              <a:gd name="connsiteX142" fmla="*/ 4945936 w 10768629"/>
              <a:gd name="connsiteY142" fmla="*/ 1713743 h 1978172"/>
              <a:gd name="connsiteX143" fmla="*/ 4818446 w 10768629"/>
              <a:gd name="connsiteY143" fmla="*/ 1726895 h 1978172"/>
              <a:gd name="connsiteX144" fmla="*/ 4813657 w 10768629"/>
              <a:gd name="connsiteY144" fmla="*/ 1730706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76289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90336 w 10768629"/>
              <a:gd name="connsiteY159" fmla="*/ 1925039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57504 w 10768629"/>
              <a:gd name="connsiteY162" fmla="*/ 1957276 h 1978172"/>
              <a:gd name="connsiteX163" fmla="*/ 3115176 w 10768629"/>
              <a:gd name="connsiteY163" fmla="*/ 1943459 h 1978172"/>
              <a:gd name="connsiteX164" fmla="*/ 3038835 w 10768629"/>
              <a:gd name="connsiteY164" fmla="*/ 1920210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1967996 w 10768629"/>
              <a:gd name="connsiteY173" fmla="*/ 1953187 h 1978172"/>
              <a:gd name="connsiteX174" fmla="*/ 1855805 w 10768629"/>
              <a:gd name="connsiteY174" fmla="*/ 1926082 h 1978172"/>
              <a:gd name="connsiteX175" fmla="*/ 1790957 w 10768629"/>
              <a:gd name="connsiteY175" fmla="*/ 1919460 h 1978172"/>
              <a:gd name="connsiteX176" fmla="*/ 1613978 w 10768629"/>
              <a:gd name="connsiteY176" fmla="*/ 1891581 h 1978172"/>
              <a:gd name="connsiteX177" fmla="*/ 1436831 w 10768629"/>
              <a:gd name="connsiteY177" fmla="*/ 1856201 h 1978172"/>
              <a:gd name="connsiteX178" fmla="*/ 1332568 w 10768629"/>
              <a:gd name="connsiteY178" fmla="*/ 1793149 h 1978172"/>
              <a:gd name="connsiteX179" fmla="*/ 1186881 w 10768629"/>
              <a:gd name="connsiteY179" fmla="*/ 1768613 h 1978172"/>
              <a:gd name="connsiteX180" fmla="*/ 1162595 w 10768629"/>
              <a:gd name="connsiteY180" fmla="*/ 1758337 h 1978172"/>
              <a:gd name="connsiteX181" fmla="*/ 1128523 w 10768629"/>
              <a:gd name="connsiteY181" fmla="*/ 1763621 h 1978172"/>
              <a:gd name="connsiteX182" fmla="*/ 991903 w 10768629"/>
              <a:gd name="connsiteY182" fmla="*/ 1786741 h 1978172"/>
              <a:gd name="connsiteX183" fmla="*/ 883960 w 10768629"/>
              <a:gd name="connsiteY183" fmla="*/ 1822386 h 1978172"/>
              <a:gd name="connsiteX184" fmla="*/ 766531 w 10768629"/>
              <a:gd name="connsiteY184" fmla="*/ 1805053 h 1978172"/>
              <a:gd name="connsiteX185" fmla="*/ 669779 w 10768629"/>
              <a:gd name="connsiteY185" fmla="*/ 1800537 h 1978172"/>
              <a:gd name="connsiteX186" fmla="*/ 523898 w 10768629"/>
              <a:gd name="connsiteY186" fmla="*/ 1811085 h 1978172"/>
              <a:gd name="connsiteX187" fmla="*/ 360251 w 10768629"/>
              <a:gd name="connsiteY187" fmla="*/ 1830735 h 1978172"/>
              <a:gd name="connsiteX188" fmla="*/ 255207 w 10768629"/>
              <a:gd name="connsiteY188" fmla="*/ 1818275 h 1978172"/>
              <a:gd name="connsiteX189" fmla="*/ 101803 w 10768629"/>
              <a:gd name="connsiteY189" fmla="*/ 1870647 h 1978172"/>
              <a:gd name="connsiteX190" fmla="*/ 25397 w 10768629"/>
              <a:gd name="connsiteY190" fmla="*/ 1888443 h 1978172"/>
              <a:gd name="connsiteX191" fmla="*/ 2370 w 10768629"/>
              <a:gd name="connsiteY191" fmla="*/ 1878311 h 1978172"/>
              <a:gd name="connsiteX192" fmla="*/ 0 w 10768629"/>
              <a:gd name="connsiteY192" fmla="*/ 1878785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407128 w 10768629"/>
              <a:gd name="connsiteY46" fmla="*/ 961344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9437 w 10768629"/>
              <a:gd name="connsiteY140" fmla="*/ 1636968 h 1978172"/>
              <a:gd name="connsiteX141" fmla="*/ 5440853 w 10768629"/>
              <a:gd name="connsiteY141" fmla="*/ 1657958 h 1978172"/>
              <a:gd name="connsiteX142" fmla="*/ 4945936 w 10768629"/>
              <a:gd name="connsiteY142" fmla="*/ 1713743 h 1978172"/>
              <a:gd name="connsiteX143" fmla="*/ 4818446 w 10768629"/>
              <a:gd name="connsiteY143" fmla="*/ 1726895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76289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90336 w 10768629"/>
              <a:gd name="connsiteY159" fmla="*/ 1925039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57504 w 10768629"/>
              <a:gd name="connsiteY162" fmla="*/ 1957276 h 1978172"/>
              <a:gd name="connsiteX163" fmla="*/ 3115176 w 10768629"/>
              <a:gd name="connsiteY163" fmla="*/ 1943459 h 1978172"/>
              <a:gd name="connsiteX164" fmla="*/ 3038835 w 10768629"/>
              <a:gd name="connsiteY164" fmla="*/ 1920210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1967996 w 10768629"/>
              <a:gd name="connsiteY173" fmla="*/ 1953187 h 1978172"/>
              <a:gd name="connsiteX174" fmla="*/ 1855805 w 10768629"/>
              <a:gd name="connsiteY174" fmla="*/ 1926082 h 1978172"/>
              <a:gd name="connsiteX175" fmla="*/ 1790957 w 10768629"/>
              <a:gd name="connsiteY175" fmla="*/ 1919460 h 1978172"/>
              <a:gd name="connsiteX176" fmla="*/ 1613978 w 10768629"/>
              <a:gd name="connsiteY176" fmla="*/ 1891581 h 1978172"/>
              <a:gd name="connsiteX177" fmla="*/ 1436831 w 10768629"/>
              <a:gd name="connsiteY177" fmla="*/ 1856201 h 1978172"/>
              <a:gd name="connsiteX178" fmla="*/ 1332568 w 10768629"/>
              <a:gd name="connsiteY178" fmla="*/ 1793149 h 1978172"/>
              <a:gd name="connsiteX179" fmla="*/ 1186881 w 10768629"/>
              <a:gd name="connsiteY179" fmla="*/ 1768613 h 1978172"/>
              <a:gd name="connsiteX180" fmla="*/ 1162595 w 10768629"/>
              <a:gd name="connsiteY180" fmla="*/ 1758337 h 1978172"/>
              <a:gd name="connsiteX181" fmla="*/ 1128523 w 10768629"/>
              <a:gd name="connsiteY181" fmla="*/ 1763621 h 1978172"/>
              <a:gd name="connsiteX182" fmla="*/ 991903 w 10768629"/>
              <a:gd name="connsiteY182" fmla="*/ 1786741 h 1978172"/>
              <a:gd name="connsiteX183" fmla="*/ 883960 w 10768629"/>
              <a:gd name="connsiteY183" fmla="*/ 1822386 h 1978172"/>
              <a:gd name="connsiteX184" fmla="*/ 766531 w 10768629"/>
              <a:gd name="connsiteY184" fmla="*/ 1805053 h 1978172"/>
              <a:gd name="connsiteX185" fmla="*/ 669779 w 10768629"/>
              <a:gd name="connsiteY185" fmla="*/ 1800537 h 1978172"/>
              <a:gd name="connsiteX186" fmla="*/ 523898 w 10768629"/>
              <a:gd name="connsiteY186" fmla="*/ 1811085 h 1978172"/>
              <a:gd name="connsiteX187" fmla="*/ 360251 w 10768629"/>
              <a:gd name="connsiteY187" fmla="*/ 1830735 h 1978172"/>
              <a:gd name="connsiteX188" fmla="*/ 255207 w 10768629"/>
              <a:gd name="connsiteY188" fmla="*/ 1818275 h 1978172"/>
              <a:gd name="connsiteX189" fmla="*/ 101803 w 10768629"/>
              <a:gd name="connsiteY189" fmla="*/ 1870647 h 1978172"/>
              <a:gd name="connsiteX190" fmla="*/ 25397 w 10768629"/>
              <a:gd name="connsiteY190" fmla="*/ 1888443 h 1978172"/>
              <a:gd name="connsiteX191" fmla="*/ 2370 w 10768629"/>
              <a:gd name="connsiteY191" fmla="*/ 1878311 h 1978172"/>
              <a:gd name="connsiteX192" fmla="*/ 0 w 10768629"/>
              <a:gd name="connsiteY192" fmla="*/ 1878785 h 1978172"/>
              <a:gd name="connsiteX193" fmla="*/ 0 w 10768629"/>
              <a:gd name="connsiteY193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407128 w 10768629"/>
              <a:gd name="connsiteY46" fmla="*/ 961344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9437 w 10768629"/>
              <a:gd name="connsiteY140" fmla="*/ 1636968 h 1978172"/>
              <a:gd name="connsiteX141" fmla="*/ 5440853 w 10768629"/>
              <a:gd name="connsiteY141" fmla="*/ 1657958 h 1978172"/>
              <a:gd name="connsiteX142" fmla="*/ 4945936 w 10768629"/>
              <a:gd name="connsiteY142" fmla="*/ 1713743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76289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90336 w 10768629"/>
              <a:gd name="connsiteY159" fmla="*/ 1925039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57504 w 10768629"/>
              <a:gd name="connsiteY162" fmla="*/ 1957276 h 1978172"/>
              <a:gd name="connsiteX163" fmla="*/ 3115176 w 10768629"/>
              <a:gd name="connsiteY163" fmla="*/ 1943459 h 1978172"/>
              <a:gd name="connsiteX164" fmla="*/ 3038835 w 10768629"/>
              <a:gd name="connsiteY164" fmla="*/ 1920210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1967996 w 10768629"/>
              <a:gd name="connsiteY173" fmla="*/ 1953187 h 1978172"/>
              <a:gd name="connsiteX174" fmla="*/ 1855805 w 10768629"/>
              <a:gd name="connsiteY174" fmla="*/ 1926082 h 1978172"/>
              <a:gd name="connsiteX175" fmla="*/ 1790957 w 10768629"/>
              <a:gd name="connsiteY175" fmla="*/ 1919460 h 1978172"/>
              <a:gd name="connsiteX176" fmla="*/ 1613978 w 10768629"/>
              <a:gd name="connsiteY176" fmla="*/ 1891581 h 1978172"/>
              <a:gd name="connsiteX177" fmla="*/ 1436831 w 10768629"/>
              <a:gd name="connsiteY177" fmla="*/ 1856201 h 1978172"/>
              <a:gd name="connsiteX178" fmla="*/ 1332568 w 10768629"/>
              <a:gd name="connsiteY178" fmla="*/ 1793149 h 1978172"/>
              <a:gd name="connsiteX179" fmla="*/ 1186881 w 10768629"/>
              <a:gd name="connsiteY179" fmla="*/ 1768613 h 1978172"/>
              <a:gd name="connsiteX180" fmla="*/ 1162595 w 10768629"/>
              <a:gd name="connsiteY180" fmla="*/ 1758337 h 1978172"/>
              <a:gd name="connsiteX181" fmla="*/ 1128523 w 10768629"/>
              <a:gd name="connsiteY181" fmla="*/ 1763621 h 1978172"/>
              <a:gd name="connsiteX182" fmla="*/ 991903 w 10768629"/>
              <a:gd name="connsiteY182" fmla="*/ 1786741 h 1978172"/>
              <a:gd name="connsiteX183" fmla="*/ 883960 w 10768629"/>
              <a:gd name="connsiteY183" fmla="*/ 1822386 h 1978172"/>
              <a:gd name="connsiteX184" fmla="*/ 766531 w 10768629"/>
              <a:gd name="connsiteY184" fmla="*/ 1805053 h 1978172"/>
              <a:gd name="connsiteX185" fmla="*/ 669779 w 10768629"/>
              <a:gd name="connsiteY185" fmla="*/ 1800537 h 1978172"/>
              <a:gd name="connsiteX186" fmla="*/ 523898 w 10768629"/>
              <a:gd name="connsiteY186" fmla="*/ 1811085 h 1978172"/>
              <a:gd name="connsiteX187" fmla="*/ 360251 w 10768629"/>
              <a:gd name="connsiteY187" fmla="*/ 1830735 h 1978172"/>
              <a:gd name="connsiteX188" fmla="*/ 255207 w 10768629"/>
              <a:gd name="connsiteY188" fmla="*/ 1818275 h 1978172"/>
              <a:gd name="connsiteX189" fmla="*/ 101803 w 10768629"/>
              <a:gd name="connsiteY189" fmla="*/ 1870647 h 1978172"/>
              <a:gd name="connsiteX190" fmla="*/ 25397 w 10768629"/>
              <a:gd name="connsiteY190" fmla="*/ 1888443 h 1978172"/>
              <a:gd name="connsiteX191" fmla="*/ 2370 w 10768629"/>
              <a:gd name="connsiteY191" fmla="*/ 1878311 h 1978172"/>
              <a:gd name="connsiteX192" fmla="*/ 0 w 10768629"/>
              <a:gd name="connsiteY192" fmla="*/ 1878785 h 1978172"/>
              <a:gd name="connsiteX193" fmla="*/ 0 w 10768629"/>
              <a:gd name="connsiteY193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407128 w 10768629"/>
              <a:gd name="connsiteY46" fmla="*/ 961344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9437 w 10768629"/>
              <a:gd name="connsiteY140" fmla="*/ 1636968 h 1978172"/>
              <a:gd name="connsiteX141" fmla="*/ 5440853 w 10768629"/>
              <a:gd name="connsiteY141" fmla="*/ 1657958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76289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90336 w 10768629"/>
              <a:gd name="connsiteY159" fmla="*/ 1925039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57504 w 10768629"/>
              <a:gd name="connsiteY162" fmla="*/ 1957276 h 1978172"/>
              <a:gd name="connsiteX163" fmla="*/ 3115176 w 10768629"/>
              <a:gd name="connsiteY163" fmla="*/ 1943459 h 1978172"/>
              <a:gd name="connsiteX164" fmla="*/ 3038835 w 10768629"/>
              <a:gd name="connsiteY164" fmla="*/ 1920210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1967996 w 10768629"/>
              <a:gd name="connsiteY173" fmla="*/ 1953187 h 1978172"/>
              <a:gd name="connsiteX174" fmla="*/ 1855805 w 10768629"/>
              <a:gd name="connsiteY174" fmla="*/ 1926082 h 1978172"/>
              <a:gd name="connsiteX175" fmla="*/ 1790957 w 10768629"/>
              <a:gd name="connsiteY175" fmla="*/ 1919460 h 1978172"/>
              <a:gd name="connsiteX176" fmla="*/ 1613978 w 10768629"/>
              <a:gd name="connsiteY176" fmla="*/ 1891581 h 1978172"/>
              <a:gd name="connsiteX177" fmla="*/ 1436831 w 10768629"/>
              <a:gd name="connsiteY177" fmla="*/ 1856201 h 1978172"/>
              <a:gd name="connsiteX178" fmla="*/ 1332568 w 10768629"/>
              <a:gd name="connsiteY178" fmla="*/ 1793149 h 1978172"/>
              <a:gd name="connsiteX179" fmla="*/ 1186881 w 10768629"/>
              <a:gd name="connsiteY179" fmla="*/ 1768613 h 1978172"/>
              <a:gd name="connsiteX180" fmla="*/ 1162595 w 10768629"/>
              <a:gd name="connsiteY180" fmla="*/ 1758337 h 1978172"/>
              <a:gd name="connsiteX181" fmla="*/ 1128523 w 10768629"/>
              <a:gd name="connsiteY181" fmla="*/ 1763621 h 1978172"/>
              <a:gd name="connsiteX182" fmla="*/ 991903 w 10768629"/>
              <a:gd name="connsiteY182" fmla="*/ 1786741 h 1978172"/>
              <a:gd name="connsiteX183" fmla="*/ 883960 w 10768629"/>
              <a:gd name="connsiteY183" fmla="*/ 1822386 h 1978172"/>
              <a:gd name="connsiteX184" fmla="*/ 766531 w 10768629"/>
              <a:gd name="connsiteY184" fmla="*/ 1805053 h 1978172"/>
              <a:gd name="connsiteX185" fmla="*/ 669779 w 10768629"/>
              <a:gd name="connsiteY185" fmla="*/ 1800537 h 1978172"/>
              <a:gd name="connsiteX186" fmla="*/ 523898 w 10768629"/>
              <a:gd name="connsiteY186" fmla="*/ 1811085 h 1978172"/>
              <a:gd name="connsiteX187" fmla="*/ 360251 w 10768629"/>
              <a:gd name="connsiteY187" fmla="*/ 1830735 h 1978172"/>
              <a:gd name="connsiteX188" fmla="*/ 255207 w 10768629"/>
              <a:gd name="connsiteY188" fmla="*/ 1818275 h 1978172"/>
              <a:gd name="connsiteX189" fmla="*/ 101803 w 10768629"/>
              <a:gd name="connsiteY189" fmla="*/ 1870647 h 1978172"/>
              <a:gd name="connsiteX190" fmla="*/ 25397 w 10768629"/>
              <a:gd name="connsiteY190" fmla="*/ 1888443 h 1978172"/>
              <a:gd name="connsiteX191" fmla="*/ 2370 w 10768629"/>
              <a:gd name="connsiteY191" fmla="*/ 1878311 h 1978172"/>
              <a:gd name="connsiteX192" fmla="*/ 0 w 10768629"/>
              <a:gd name="connsiteY192" fmla="*/ 1878785 h 1978172"/>
              <a:gd name="connsiteX193" fmla="*/ 0 w 10768629"/>
              <a:gd name="connsiteY193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407128 w 10768629"/>
              <a:gd name="connsiteY46" fmla="*/ 961344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40853 w 10768629"/>
              <a:gd name="connsiteY141" fmla="*/ 1657958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76289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90336 w 10768629"/>
              <a:gd name="connsiteY159" fmla="*/ 1925039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57504 w 10768629"/>
              <a:gd name="connsiteY162" fmla="*/ 1957276 h 1978172"/>
              <a:gd name="connsiteX163" fmla="*/ 3115176 w 10768629"/>
              <a:gd name="connsiteY163" fmla="*/ 1943459 h 1978172"/>
              <a:gd name="connsiteX164" fmla="*/ 3038835 w 10768629"/>
              <a:gd name="connsiteY164" fmla="*/ 1920210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1967996 w 10768629"/>
              <a:gd name="connsiteY173" fmla="*/ 1953187 h 1978172"/>
              <a:gd name="connsiteX174" fmla="*/ 1855805 w 10768629"/>
              <a:gd name="connsiteY174" fmla="*/ 1926082 h 1978172"/>
              <a:gd name="connsiteX175" fmla="*/ 1790957 w 10768629"/>
              <a:gd name="connsiteY175" fmla="*/ 1919460 h 1978172"/>
              <a:gd name="connsiteX176" fmla="*/ 1613978 w 10768629"/>
              <a:gd name="connsiteY176" fmla="*/ 1891581 h 1978172"/>
              <a:gd name="connsiteX177" fmla="*/ 1436831 w 10768629"/>
              <a:gd name="connsiteY177" fmla="*/ 1856201 h 1978172"/>
              <a:gd name="connsiteX178" fmla="*/ 1332568 w 10768629"/>
              <a:gd name="connsiteY178" fmla="*/ 1793149 h 1978172"/>
              <a:gd name="connsiteX179" fmla="*/ 1186881 w 10768629"/>
              <a:gd name="connsiteY179" fmla="*/ 1768613 h 1978172"/>
              <a:gd name="connsiteX180" fmla="*/ 1162595 w 10768629"/>
              <a:gd name="connsiteY180" fmla="*/ 1758337 h 1978172"/>
              <a:gd name="connsiteX181" fmla="*/ 1128523 w 10768629"/>
              <a:gd name="connsiteY181" fmla="*/ 1763621 h 1978172"/>
              <a:gd name="connsiteX182" fmla="*/ 991903 w 10768629"/>
              <a:gd name="connsiteY182" fmla="*/ 1786741 h 1978172"/>
              <a:gd name="connsiteX183" fmla="*/ 883960 w 10768629"/>
              <a:gd name="connsiteY183" fmla="*/ 1822386 h 1978172"/>
              <a:gd name="connsiteX184" fmla="*/ 766531 w 10768629"/>
              <a:gd name="connsiteY184" fmla="*/ 1805053 h 1978172"/>
              <a:gd name="connsiteX185" fmla="*/ 669779 w 10768629"/>
              <a:gd name="connsiteY185" fmla="*/ 1800537 h 1978172"/>
              <a:gd name="connsiteX186" fmla="*/ 523898 w 10768629"/>
              <a:gd name="connsiteY186" fmla="*/ 1811085 h 1978172"/>
              <a:gd name="connsiteX187" fmla="*/ 360251 w 10768629"/>
              <a:gd name="connsiteY187" fmla="*/ 1830735 h 1978172"/>
              <a:gd name="connsiteX188" fmla="*/ 255207 w 10768629"/>
              <a:gd name="connsiteY188" fmla="*/ 1818275 h 1978172"/>
              <a:gd name="connsiteX189" fmla="*/ 101803 w 10768629"/>
              <a:gd name="connsiteY189" fmla="*/ 1870647 h 1978172"/>
              <a:gd name="connsiteX190" fmla="*/ 25397 w 10768629"/>
              <a:gd name="connsiteY190" fmla="*/ 1888443 h 1978172"/>
              <a:gd name="connsiteX191" fmla="*/ 2370 w 10768629"/>
              <a:gd name="connsiteY191" fmla="*/ 1878311 h 1978172"/>
              <a:gd name="connsiteX192" fmla="*/ 0 w 10768629"/>
              <a:gd name="connsiteY192" fmla="*/ 1878785 h 1978172"/>
              <a:gd name="connsiteX193" fmla="*/ 0 w 10768629"/>
              <a:gd name="connsiteY193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407128 w 10768629"/>
              <a:gd name="connsiteY46" fmla="*/ 961344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76289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90336 w 10768629"/>
              <a:gd name="connsiteY159" fmla="*/ 1925039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57504 w 10768629"/>
              <a:gd name="connsiteY162" fmla="*/ 1957276 h 1978172"/>
              <a:gd name="connsiteX163" fmla="*/ 3115176 w 10768629"/>
              <a:gd name="connsiteY163" fmla="*/ 1943459 h 1978172"/>
              <a:gd name="connsiteX164" fmla="*/ 3038835 w 10768629"/>
              <a:gd name="connsiteY164" fmla="*/ 1920210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1967996 w 10768629"/>
              <a:gd name="connsiteY173" fmla="*/ 1953187 h 1978172"/>
              <a:gd name="connsiteX174" fmla="*/ 1855805 w 10768629"/>
              <a:gd name="connsiteY174" fmla="*/ 1926082 h 1978172"/>
              <a:gd name="connsiteX175" fmla="*/ 1790957 w 10768629"/>
              <a:gd name="connsiteY175" fmla="*/ 1919460 h 1978172"/>
              <a:gd name="connsiteX176" fmla="*/ 1613978 w 10768629"/>
              <a:gd name="connsiteY176" fmla="*/ 1891581 h 1978172"/>
              <a:gd name="connsiteX177" fmla="*/ 1436831 w 10768629"/>
              <a:gd name="connsiteY177" fmla="*/ 1856201 h 1978172"/>
              <a:gd name="connsiteX178" fmla="*/ 1332568 w 10768629"/>
              <a:gd name="connsiteY178" fmla="*/ 1793149 h 1978172"/>
              <a:gd name="connsiteX179" fmla="*/ 1186881 w 10768629"/>
              <a:gd name="connsiteY179" fmla="*/ 1768613 h 1978172"/>
              <a:gd name="connsiteX180" fmla="*/ 1162595 w 10768629"/>
              <a:gd name="connsiteY180" fmla="*/ 1758337 h 1978172"/>
              <a:gd name="connsiteX181" fmla="*/ 1128523 w 10768629"/>
              <a:gd name="connsiteY181" fmla="*/ 1763621 h 1978172"/>
              <a:gd name="connsiteX182" fmla="*/ 991903 w 10768629"/>
              <a:gd name="connsiteY182" fmla="*/ 1786741 h 1978172"/>
              <a:gd name="connsiteX183" fmla="*/ 883960 w 10768629"/>
              <a:gd name="connsiteY183" fmla="*/ 1822386 h 1978172"/>
              <a:gd name="connsiteX184" fmla="*/ 766531 w 10768629"/>
              <a:gd name="connsiteY184" fmla="*/ 1805053 h 1978172"/>
              <a:gd name="connsiteX185" fmla="*/ 669779 w 10768629"/>
              <a:gd name="connsiteY185" fmla="*/ 1800537 h 1978172"/>
              <a:gd name="connsiteX186" fmla="*/ 523898 w 10768629"/>
              <a:gd name="connsiteY186" fmla="*/ 1811085 h 1978172"/>
              <a:gd name="connsiteX187" fmla="*/ 360251 w 10768629"/>
              <a:gd name="connsiteY187" fmla="*/ 1830735 h 1978172"/>
              <a:gd name="connsiteX188" fmla="*/ 255207 w 10768629"/>
              <a:gd name="connsiteY188" fmla="*/ 1818275 h 1978172"/>
              <a:gd name="connsiteX189" fmla="*/ 101803 w 10768629"/>
              <a:gd name="connsiteY189" fmla="*/ 1870647 h 1978172"/>
              <a:gd name="connsiteX190" fmla="*/ 25397 w 10768629"/>
              <a:gd name="connsiteY190" fmla="*/ 1888443 h 1978172"/>
              <a:gd name="connsiteX191" fmla="*/ 2370 w 10768629"/>
              <a:gd name="connsiteY191" fmla="*/ 1878311 h 1978172"/>
              <a:gd name="connsiteX192" fmla="*/ 0 w 10768629"/>
              <a:gd name="connsiteY192" fmla="*/ 1878785 h 1978172"/>
              <a:gd name="connsiteX193" fmla="*/ 0 w 10768629"/>
              <a:gd name="connsiteY193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407128 w 10768629"/>
              <a:gd name="connsiteY46" fmla="*/ 961344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76289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90336 w 10768629"/>
              <a:gd name="connsiteY159" fmla="*/ 1925039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57504 w 10768629"/>
              <a:gd name="connsiteY162" fmla="*/ 1957276 h 1978172"/>
              <a:gd name="connsiteX163" fmla="*/ 3115176 w 10768629"/>
              <a:gd name="connsiteY163" fmla="*/ 1943459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1967996 w 10768629"/>
              <a:gd name="connsiteY173" fmla="*/ 1953187 h 1978172"/>
              <a:gd name="connsiteX174" fmla="*/ 1855805 w 10768629"/>
              <a:gd name="connsiteY174" fmla="*/ 1926082 h 1978172"/>
              <a:gd name="connsiteX175" fmla="*/ 1790957 w 10768629"/>
              <a:gd name="connsiteY175" fmla="*/ 1919460 h 1978172"/>
              <a:gd name="connsiteX176" fmla="*/ 1613978 w 10768629"/>
              <a:gd name="connsiteY176" fmla="*/ 1891581 h 1978172"/>
              <a:gd name="connsiteX177" fmla="*/ 1436831 w 10768629"/>
              <a:gd name="connsiteY177" fmla="*/ 1856201 h 1978172"/>
              <a:gd name="connsiteX178" fmla="*/ 1332568 w 10768629"/>
              <a:gd name="connsiteY178" fmla="*/ 1793149 h 1978172"/>
              <a:gd name="connsiteX179" fmla="*/ 1186881 w 10768629"/>
              <a:gd name="connsiteY179" fmla="*/ 1768613 h 1978172"/>
              <a:gd name="connsiteX180" fmla="*/ 1162595 w 10768629"/>
              <a:gd name="connsiteY180" fmla="*/ 1758337 h 1978172"/>
              <a:gd name="connsiteX181" fmla="*/ 1128523 w 10768629"/>
              <a:gd name="connsiteY181" fmla="*/ 1763621 h 1978172"/>
              <a:gd name="connsiteX182" fmla="*/ 991903 w 10768629"/>
              <a:gd name="connsiteY182" fmla="*/ 1786741 h 1978172"/>
              <a:gd name="connsiteX183" fmla="*/ 883960 w 10768629"/>
              <a:gd name="connsiteY183" fmla="*/ 1822386 h 1978172"/>
              <a:gd name="connsiteX184" fmla="*/ 766531 w 10768629"/>
              <a:gd name="connsiteY184" fmla="*/ 1805053 h 1978172"/>
              <a:gd name="connsiteX185" fmla="*/ 669779 w 10768629"/>
              <a:gd name="connsiteY185" fmla="*/ 1800537 h 1978172"/>
              <a:gd name="connsiteX186" fmla="*/ 523898 w 10768629"/>
              <a:gd name="connsiteY186" fmla="*/ 1811085 h 1978172"/>
              <a:gd name="connsiteX187" fmla="*/ 360251 w 10768629"/>
              <a:gd name="connsiteY187" fmla="*/ 1830735 h 1978172"/>
              <a:gd name="connsiteX188" fmla="*/ 255207 w 10768629"/>
              <a:gd name="connsiteY188" fmla="*/ 1818275 h 1978172"/>
              <a:gd name="connsiteX189" fmla="*/ 101803 w 10768629"/>
              <a:gd name="connsiteY189" fmla="*/ 1870647 h 1978172"/>
              <a:gd name="connsiteX190" fmla="*/ 25397 w 10768629"/>
              <a:gd name="connsiteY190" fmla="*/ 1888443 h 1978172"/>
              <a:gd name="connsiteX191" fmla="*/ 2370 w 10768629"/>
              <a:gd name="connsiteY191" fmla="*/ 1878311 h 1978172"/>
              <a:gd name="connsiteX192" fmla="*/ 0 w 10768629"/>
              <a:gd name="connsiteY192" fmla="*/ 1878785 h 1978172"/>
              <a:gd name="connsiteX193" fmla="*/ 0 w 10768629"/>
              <a:gd name="connsiteY193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407128 w 10768629"/>
              <a:gd name="connsiteY46" fmla="*/ 961344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76289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90336 w 10768629"/>
              <a:gd name="connsiteY159" fmla="*/ 1925039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57504 w 10768629"/>
              <a:gd name="connsiteY162" fmla="*/ 1957276 h 1978172"/>
              <a:gd name="connsiteX163" fmla="*/ 3115176 w 10768629"/>
              <a:gd name="connsiteY163" fmla="*/ 1943459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1967996 w 10768629"/>
              <a:gd name="connsiteY173" fmla="*/ 1953187 h 1978172"/>
              <a:gd name="connsiteX174" fmla="*/ 1855805 w 10768629"/>
              <a:gd name="connsiteY174" fmla="*/ 1926082 h 1978172"/>
              <a:gd name="connsiteX175" fmla="*/ 1790957 w 10768629"/>
              <a:gd name="connsiteY175" fmla="*/ 1919460 h 1978172"/>
              <a:gd name="connsiteX176" fmla="*/ 1613978 w 10768629"/>
              <a:gd name="connsiteY176" fmla="*/ 1891581 h 1978172"/>
              <a:gd name="connsiteX177" fmla="*/ 1436831 w 10768629"/>
              <a:gd name="connsiteY177" fmla="*/ 1856201 h 1978172"/>
              <a:gd name="connsiteX178" fmla="*/ 1332568 w 10768629"/>
              <a:gd name="connsiteY178" fmla="*/ 1793149 h 1978172"/>
              <a:gd name="connsiteX179" fmla="*/ 1186881 w 10768629"/>
              <a:gd name="connsiteY179" fmla="*/ 1768613 h 1978172"/>
              <a:gd name="connsiteX180" fmla="*/ 1162595 w 10768629"/>
              <a:gd name="connsiteY180" fmla="*/ 1758337 h 1978172"/>
              <a:gd name="connsiteX181" fmla="*/ 1128523 w 10768629"/>
              <a:gd name="connsiteY181" fmla="*/ 1763621 h 1978172"/>
              <a:gd name="connsiteX182" fmla="*/ 991903 w 10768629"/>
              <a:gd name="connsiteY182" fmla="*/ 1786741 h 1978172"/>
              <a:gd name="connsiteX183" fmla="*/ 883960 w 10768629"/>
              <a:gd name="connsiteY183" fmla="*/ 1822386 h 1978172"/>
              <a:gd name="connsiteX184" fmla="*/ 766531 w 10768629"/>
              <a:gd name="connsiteY184" fmla="*/ 1805053 h 1978172"/>
              <a:gd name="connsiteX185" fmla="*/ 669779 w 10768629"/>
              <a:gd name="connsiteY185" fmla="*/ 1800537 h 1978172"/>
              <a:gd name="connsiteX186" fmla="*/ 523898 w 10768629"/>
              <a:gd name="connsiteY186" fmla="*/ 1811085 h 1978172"/>
              <a:gd name="connsiteX187" fmla="*/ 360251 w 10768629"/>
              <a:gd name="connsiteY187" fmla="*/ 1830735 h 1978172"/>
              <a:gd name="connsiteX188" fmla="*/ 255207 w 10768629"/>
              <a:gd name="connsiteY188" fmla="*/ 1818275 h 1978172"/>
              <a:gd name="connsiteX189" fmla="*/ 101803 w 10768629"/>
              <a:gd name="connsiteY189" fmla="*/ 1870647 h 1978172"/>
              <a:gd name="connsiteX190" fmla="*/ 25397 w 10768629"/>
              <a:gd name="connsiteY190" fmla="*/ 1888443 h 1978172"/>
              <a:gd name="connsiteX191" fmla="*/ 2370 w 10768629"/>
              <a:gd name="connsiteY191" fmla="*/ 1878311 h 1978172"/>
              <a:gd name="connsiteX192" fmla="*/ 0 w 10768629"/>
              <a:gd name="connsiteY192" fmla="*/ 1878785 h 1978172"/>
              <a:gd name="connsiteX193" fmla="*/ 0 w 10768629"/>
              <a:gd name="connsiteY193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407128 w 10768629"/>
              <a:gd name="connsiteY46" fmla="*/ 961344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76289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90336 w 10768629"/>
              <a:gd name="connsiteY159" fmla="*/ 1925039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57504 w 10768629"/>
              <a:gd name="connsiteY162" fmla="*/ 1957276 h 1978172"/>
              <a:gd name="connsiteX163" fmla="*/ 3115176 w 10768629"/>
              <a:gd name="connsiteY163" fmla="*/ 1943459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1967996 w 10768629"/>
              <a:gd name="connsiteY173" fmla="*/ 1953187 h 1978172"/>
              <a:gd name="connsiteX174" fmla="*/ 1855805 w 10768629"/>
              <a:gd name="connsiteY174" fmla="*/ 1926082 h 1978172"/>
              <a:gd name="connsiteX175" fmla="*/ 1790957 w 10768629"/>
              <a:gd name="connsiteY175" fmla="*/ 1919460 h 1978172"/>
              <a:gd name="connsiteX176" fmla="*/ 1613978 w 10768629"/>
              <a:gd name="connsiteY176" fmla="*/ 1891581 h 1978172"/>
              <a:gd name="connsiteX177" fmla="*/ 1436831 w 10768629"/>
              <a:gd name="connsiteY177" fmla="*/ 1856201 h 1978172"/>
              <a:gd name="connsiteX178" fmla="*/ 1357365 w 10768629"/>
              <a:gd name="connsiteY178" fmla="*/ 1832140 h 1978172"/>
              <a:gd name="connsiteX179" fmla="*/ 1186881 w 10768629"/>
              <a:gd name="connsiteY179" fmla="*/ 1768613 h 1978172"/>
              <a:gd name="connsiteX180" fmla="*/ 1162595 w 10768629"/>
              <a:gd name="connsiteY180" fmla="*/ 1758337 h 1978172"/>
              <a:gd name="connsiteX181" fmla="*/ 1128523 w 10768629"/>
              <a:gd name="connsiteY181" fmla="*/ 1763621 h 1978172"/>
              <a:gd name="connsiteX182" fmla="*/ 991903 w 10768629"/>
              <a:gd name="connsiteY182" fmla="*/ 1786741 h 1978172"/>
              <a:gd name="connsiteX183" fmla="*/ 883960 w 10768629"/>
              <a:gd name="connsiteY183" fmla="*/ 1822386 h 1978172"/>
              <a:gd name="connsiteX184" fmla="*/ 766531 w 10768629"/>
              <a:gd name="connsiteY184" fmla="*/ 1805053 h 1978172"/>
              <a:gd name="connsiteX185" fmla="*/ 669779 w 10768629"/>
              <a:gd name="connsiteY185" fmla="*/ 1800537 h 1978172"/>
              <a:gd name="connsiteX186" fmla="*/ 523898 w 10768629"/>
              <a:gd name="connsiteY186" fmla="*/ 1811085 h 1978172"/>
              <a:gd name="connsiteX187" fmla="*/ 360251 w 10768629"/>
              <a:gd name="connsiteY187" fmla="*/ 1830735 h 1978172"/>
              <a:gd name="connsiteX188" fmla="*/ 255207 w 10768629"/>
              <a:gd name="connsiteY188" fmla="*/ 1818275 h 1978172"/>
              <a:gd name="connsiteX189" fmla="*/ 101803 w 10768629"/>
              <a:gd name="connsiteY189" fmla="*/ 1870647 h 1978172"/>
              <a:gd name="connsiteX190" fmla="*/ 25397 w 10768629"/>
              <a:gd name="connsiteY190" fmla="*/ 1888443 h 1978172"/>
              <a:gd name="connsiteX191" fmla="*/ 2370 w 10768629"/>
              <a:gd name="connsiteY191" fmla="*/ 1878311 h 1978172"/>
              <a:gd name="connsiteX192" fmla="*/ 0 w 10768629"/>
              <a:gd name="connsiteY192" fmla="*/ 1878785 h 1978172"/>
              <a:gd name="connsiteX193" fmla="*/ 0 w 10768629"/>
              <a:gd name="connsiteY193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407128 w 10768629"/>
              <a:gd name="connsiteY46" fmla="*/ 961344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76289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90336 w 10768629"/>
              <a:gd name="connsiteY159" fmla="*/ 1925039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57504 w 10768629"/>
              <a:gd name="connsiteY162" fmla="*/ 1957276 h 1978172"/>
              <a:gd name="connsiteX163" fmla="*/ 3115176 w 10768629"/>
              <a:gd name="connsiteY163" fmla="*/ 1943459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1967996 w 10768629"/>
              <a:gd name="connsiteY173" fmla="*/ 1953187 h 1978172"/>
              <a:gd name="connsiteX174" fmla="*/ 1855805 w 10768629"/>
              <a:gd name="connsiteY174" fmla="*/ 1926082 h 1978172"/>
              <a:gd name="connsiteX175" fmla="*/ 1790957 w 10768629"/>
              <a:gd name="connsiteY175" fmla="*/ 1919460 h 1978172"/>
              <a:gd name="connsiteX176" fmla="*/ 1613978 w 10768629"/>
              <a:gd name="connsiteY176" fmla="*/ 1891581 h 1978172"/>
              <a:gd name="connsiteX177" fmla="*/ 1436831 w 10768629"/>
              <a:gd name="connsiteY177" fmla="*/ 1856201 h 1978172"/>
              <a:gd name="connsiteX178" fmla="*/ 1357365 w 10768629"/>
              <a:gd name="connsiteY178" fmla="*/ 1832140 h 1978172"/>
              <a:gd name="connsiteX179" fmla="*/ 1186881 w 10768629"/>
              <a:gd name="connsiteY179" fmla="*/ 1768613 h 1978172"/>
              <a:gd name="connsiteX180" fmla="*/ 1162595 w 10768629"/>
              <a:gd name="connsiteY180" fmla="*/ 1758337 h 1978172"/>
              <a:gd name="connsiteX181" fmla="*/ 1128523 w 10768629"/>
              <a:gd name="connsiteY181" fmla="*/ 1763621 h 1978172"/>
              <a:gd name="connsiteX182" fmla="*/ 991903 w 10768629"/>
              <a:gd name="connsiteY182" fmla="*/ 1786741 h 1978172"/>
              <a:gd name="connsiteX183" fmla="*/ 883960 w 10768629"/>
              <a:gd name="connsiteY183" fmla="*/ 1822386 h 1978172"/>
              <a:gd name="connsiteX184" fmla="*/ 766531 w 10768629"/>
              <a:gd name="connsiteY184" fmla="*/ 1805053 h 1978172"/>
              <a:gd name="connsiteX185" fmla="*/ 669779 w 10768629"/>
              <a:gd name="connsiteY185" fmla="*/ 1800537 h 1978172"/>
              <a:gd name="connsiteX186" fmla="*/ 523898 w 10768629"/>
              <a:gd name="connsiteY186" fmla="*/ 1811085 h 1978172"/>
              <a:gd name="connsiteX187" fmla="*/ 360251 w 10768629"/>
              <a:gd name="connsiteY187" fmla="*/ 1830735 h 1978172"/>
              <a:gd name="connsiteX188" fmla="*/ 255207 w 10768629"/>
              <a:gd name="connsiteY188" fmla="*/ 1818275 h 1978172"/>
              <a:gd name="connsiteX189" fmla="*/ 101803 w 10768629"/>
              <a:gd name="connsiteY189" fmla="*/ 1870647 h 1978172"/>
              <a:gd name="connsiteX190" fmla="*/ 25397 w 10768629"/>
              <a:gd name="connsiteY190" fmla="*/ 1888443 h 1978172"/>
              <a:gd name="connsiteX191" fmla="*/ 2370 w 10768629"/>
              <a:gd name="connsiteY191" fmla="*/ 1878311 h 1978172"/>
              <a:gd name="connsiteX192" fmla="*/ 0 w 10768629"/>
              <a:gd name="connsiteY192" fmla="*/ 1878785 h 1978172"/>
              <a:gd name="connsiteX193" fmla="*/ 0 w 10768629"/>
              <a:gd name="connsiteY193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407128 w 10768629"/>
              <a:gd name="connsiteY46" fmla="*/ 961344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76289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90336 w 10768629"/>
              <a:gd name="connsiteY159" fmla="*/ 1925039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57504 w 10768629"/>
              <a:gd name="connsiteY162" fmla="*/ 1957276 h 1978172"/>
              <a:gd name="connsiteX163" fmla="*/ 3115176 w 10768629"/>
              <a:gd name="connsiteY163" fmla="*/ 1943459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1967996 w 10768629"/>
              <a:gd name="connsiteY173" fmla="*/ 1953187 h 1978172"/>
              <a:gd name="connsiteX174" fmla="*/ 1855805 w 10768629"/>
              <a:gd name="connsiteY174" fmla="*/ 1926082 h 1978172"/>
              <a:gd name="connsiteX175" fmla="*/ 1790957 w 10768629"/>
              <a:gd name="connsiteY175" fmla="*/ 1919460 h 1978172"/>
              <a:gd name="connsiteX176" fmla="*/ 1613978 w 10768629"/>
              <a:gd name="connsiteY176" fmla="*/ 1891581 h 1978172"/>
              <a:gd name="connsiteX177" fmla="*/ 1436831 w 10768629"/>
              <a:gd name="connsiteY177" fmla="*/ 1856201 h 1978172"/>
              <a:gd name="connsiteX178" fmla="*/ 1357365 w 10768629"/>
              <a:gd name="connsiteY178" fmla="*/ 1832140 h 1978172"/>
              <a:gd name="connsiteX179" fmla="*/ 1232341 w 10768629"/>
              <a:gd name="connsiteY179" fmla="*/ 1785942 h 1978172"/>
              <a:gd name="connsiteX180" fmla="*/ 1162595 w 10768629"/>
              <a:gd name="connsiteY180" fmla="*/ 1758337 h 1978172"/>
              <a:gd name="connsiteX181" fmla="*/ 1128523 w 10768629"/>
              <a:gd name="connsiteY181" fmla="*/ 1763621 h 1978172"/>
              <a:gd name="connsiteX182" fmla="*/ 991903 w 10768629"/>
              <a:gd name="connsiteY182" fmla="*/ 1786741 h 1978172"/>
              <a:gd name="connsiteX183" fmla="*/ 883960 w 10768629"/>
              <a:gd name="connsiteY183" fmla="*/ 1822386 h 1978172"/>
              <a:gd name="connsiteX184" fmla="*/ 766531 w 10768629"/>
              <a:gd name="connsiteY184" fmla="*/ 1805053 h 1978172"/>
              <a:gd name="connsiteX185" fmla="*/ 669779 w 10768629"/>
              <a:gd name="connsiteY185" fmla="*/ 1800537 h 1978172"/>
              <a:gd name="connsiteX186" fmla="*/ 523898 w 10768629"/>
              <a:gd name="connsiteY186" fmla="*/ 1811085 h 1978172"/>
              <a:gd name="connsiteX187" fmla="*/ 360251 w 10768629"/>
              <a:gd name="connsiteY187" fmla="*/ 1830735 h 1978172"/>
              <a:gd name="connsiteX188" fmla="*/ 255207 w 10768629"/>
              <a:gd name="connsiteY188" fmla="*/ 1818275 h 1978172"/>
              <a:gd name="connsiteX189" fmla="*/ 101803 w 10768629"/>
              <a:gd name="connsiteY189" fmla="*/ 1870647 h 1978172"/>
              <a:gd name="connsiteX190" fmla="*/ 25397 w 10768629"/>
              <a:gd name="connsiteY190" fmla="*/ 1888443 h 1978172"/>
              <a:gd name="connsiteX191" fmla="*/ 2370 w 10768629"/>
              <a:gd name="connsiteY191" fmla="*/ 1878311 h 1978172"/>
              <a:gd name="connsiteX192" fmla="*/ 0 w 10768629"/>
              <a:gd name="connsiteY192" fmla="*/ 1878785 h 1978172"/>
              <a:gd name="connsiteX193" fmla="*/ 0 w 10768629"/>
              <a:gd name="connsiteY193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407128 w 10768629"/>
              <a:gd name="connsiteY46" fmla="*/ 961344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76289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90336 w 10768629"/>
              <a:gd name="connsiteY159" fmla="*/ 1925039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57504 w 10768629"/>
              <a:gd name="connsiteY162" fmla="*/ 1957276 h 1978172"/>
              <a:gd name="connsiteX163" fmla="*/ 3115176 w 10768629"/>
              <a:gd name="connsiteY163" fmla="*/ 1943459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1967996 w 10768629"/>
              <a:gd name="connsiteY173" fmla="*/ 1953187 h 1978172"/>
              <a:gd name="connsiteX174" fmla="*/ 1855805 w 10768629"/>
              <a:gd name="connsiteY174" fmla="*/ 1926082 h 1978172"/>
              <a:gd name="connsiteX175" fmla="*/ 1790957 w 10768629"/>
              <a:gd name="connsiteY175" fmla="*/ 1919460 h 1978172"/>
              <a:gd name="connsiteX176" fmla="*/ 1613978 w 10768629"/>
              <a:gd name="connsiteY176" fmla="*/ 1891581 h 1978172"/>
              <a:gd name="connsiteX177" fmla="*/ 1436831 w 10768629"/>
              <a:gd name="connsiteY177" fmla="*/ 1856201 h 1978172"/>
              <a:gd name="connsiteX178" fmla="*/ 1357365 w 10768629"/>
              <a:gd name="connsiteY178" fmla="*/ 1832140 h 1978172"/>
              <a:gd name="connsiteX179" fmla="*/ 1232341 w 10768629"/>
              <a:gd name="connsiteY179" fmla="*/ 1785942 h 1978172"/>
              <a:gd name="connsiteX180" fmla="*/ 1162595 w 10768629"/>
              <a:gd name="connsiteY180" fmla="*/ 1758337 h 1978172"/>
              <a:gd name="connsiteX181" fmla="*/ 1128523 w 10768629"/>
              <a:gd name="connsiteY181" fmla="*/ 1763621 h 1978172"/>
              <a:gd name="connsiteX182" fmla="*/ 991903 w 10768629"/>
              <a:gd name="connsiteY182" fmla="*/ 1786741 h 1978172"/>
              <a:gd name="connsiteX183" fmla="*/ 883960 w 10768629"/>
              <a:gd name="connsiteY183" fmla="*/ 1822386 h 1978172"/>
              <a:gd name="connsiteX184" fmla="*/ 766531 w 10768629"/>
              <a:gd name="connsiteY184" fmla="*/ 1805053 h 1978172"/>
              <a:gd name="connsiteX185" fmla="*/ 669779 w 10768629"/>
              <a:gd name="connsiteY185" fmla="*/ 1800537 h 1978172"/>
              <a:gd name="connsiteX186" fmla="*/ 523898 w 10768629"/>
              <a:gd name="connsiteY186" fmla="*/ 1811085 h 1978172"/>
              <a:gd name="connsiteX187" fmla="*/ 360251 w 10768629"/>
              <a:gd name="connsiteY187" fmla="*/ 1830735 h 1978172"/>
              <a:gd name="connsiteX188" fmla="*/ 255207 w 10768629"/>
              <a:gd name="connsiteY188" fmla="*/ 1818275 h 1978172"/>
              <a:gd name="connsiteX189" fmla="*/ 101803 w 10768629"/>
              <a:gd name="connsiteY189" fmla="*/ 1870647 h 1978172"/>
              <a:gd name="connsiteX190" fmla="*/ 25397 w 10768629"/>
              <a:gd name="connsiteY190" fmla="*/ 1888443 h 1978172"/>
              <a:gd name="connsiteX191" fmla="*/ 2370 w 10768629"/>
              <a:gd name="connsiteY191" fmla="*/ 1878311 h 1978172"/>
              <a:gd name="connsiteX192" fmla="*/ 0 w 10768629"/>
              <a:gd name="connsiteY192" fmla="*/ 1878785 h 1978172"/>
              <a:gd name="connsiteX193" fmla="*/ 0 w 10768629"/>
              <a:gd name="connsiteY193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407128 w 10768629"/>
              <a:gd name="connsiteY46" fmla="*/ 961344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76289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90336 w 10768629"/>
              <a:gd name="connsiteY159" fmla="*/ 1925039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57504 w 10768629"/>
              <a:gd name="connsiteY162" fmla="*/ 1957276 h 1978172"/>
              <a:gd name="connsiteX163" fmla="*/ 3115176 w 10768629"/>
              <a:gd name="connsiteY163" fmla="*/ 1943459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407128 w 10768629"/>
              <a:gd name="connsiteY46" fmla="*/ 961344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76289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90336 w 10768629"/>
              <a:gd name="connsiteY159" fmla="*/ 1925039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57504 w 10768629"/>
              <a:gd name="connsiteY162" fmla="*/ 1957276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407128 w 10768629"/>
              <a:gd name="connsiteY46" fmla="*/ 961344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76289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90336 w 10768629"/>
              <a:gd name="connsiteY159" fmla="*/ 1925039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407128 w 10768629"/>
              <a:gd name="connsiteY46" fmla="*/ 961344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76289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407128 w 10768629"/>
              <a:gd name="connsiteY46" fmla="*/ 961344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76289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407128 w 10768629"/>
              <a:gd name="connsiteY46" fmla="*/ 961344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76289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407128 w 10768629"/>
              <a:gd name="connsiteY46" fmla="*/ 961344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89285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407128 w 10768629"/>
              <a:gd name="connsiteY46" fmla="*/ 961344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89285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407128 w 10768629"/>
              <a:gd name="connsiteY46" fmla="*/ 961344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89285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407128 w 10768629"/>
              <a:gd name="connsiteY46" fmla="*/ 961344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89285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407128 w 10768629"/>
              <a:gd name="connsiteY46" fmla="*/ 961344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89285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407128 w 10768629"/>
              <a:gd name="connsiteY46" fmla="*/ 961344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89285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394729 w 10768629"/>
              <a:gd name="connsiteY46" fmla="*/ 948347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89285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394729 w 10768629"/>
              <a:gd name="connsiteY46" fmla="*/ 948347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40796 w 10768629"/>
              <a:gd name="connsiteY49" fmla="*/ 980522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89285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394729 w 10768629"/>
              <a:gd name="connsiteY46" fmla="*/ 948347 h 1978172"/>
              <a:gd name="connsiteX47" fmla="*/ 8380548 w 10768629"/>
              <a:gd name="connsiteY47" fmla="*/ 987916 h 1978172"/>
              <a:gd name="connsiteX48" fmla="*/ 8375330 w 10768629"/>
              <a:gd name="connsiteY48" fmla="*/ 965444 h 1978172"/>
              <a:gd name="connsiteX49" fmla="*/ 8340796 w 10768629"/>
              <a:gd name="connsiteY49" fmla="*/ 980522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89285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67549 w 10768629"/>
              <a:gd name="connsiteY35" fmla="*/ 584727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394729 w 10768629"/>
              <a:gd name="connsiteY46" fmla="*/ 948347 h 1978172"/>
              <a:gd name="connsiteX47" fmla="*/ 8380548 w 10768629"/>
              <a:gd name="connsiteY47" fmla="*/ 987916 h 1978172"/>
              <a:gd name="connsiteX48" fmla="*/ 8375330 w 10768629"/>
              <a:gd name="connsiteY48" fmla="*/ 965444 h 1978172"/>
              <a:gd name="connsiteX49" fmla="*/ 8340796 w 10768629"/>
              <a:gd name="connsiteY49" fmla="*/ 980522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89285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287964 w 10768629"/>
              <a:gd name="connsiteY28" fmla="*/ 513052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67549 w 10768629"/>
              <a:gd name="connsiteY35" fmla="*/ 584727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394729 w 10768629"/>
              <a:gd name="connsiteY46" fmla="*/ 948347 h 1978172"/>
              <a:gd name="connsiteX47" fmla="*/ 8380548 w 10768629"/>
              <a:gd name="connsiteY47" fmla="*/ 987916 h 1978172"/>
              <a:gd name="connsiteX48" fmla="*/ 8375330 w 10768629"/>
              <a:gd name="connsiteY48" fmla="*/ 965444 h 1978172"/>
              <a:gd name="connsiteX49" fmla="*/ 8340796 w 10768629"/>
              <a:gd name="connsiteY49" fmla="*/ 980522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89285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287964 w 10768629"/>
              <a:gd name="connsiteY28" fmla="*/ 513052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67549 w 10768629"/>
              <a:gd name="connsiteY35" fmla="*/ 584727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394729 w 10768629"/>
              <a:gd name="connsiteY46" fmla="*/ 948347 h 1978172"/>
              <a:gd name="connsiteX47" fmla="*/ 8380548 w 10768629"/>
              <a:gd name="connsiteY47" fmla="*/ 987916 h 1978172"/>
              <a:gd name="connsiteX48" fmla="*/ 8375330 w 10768629"/>
              <a:gd name="connsiteY48" fmla="*/ 965444 h 1978172"/>
              <a:gd name="connsiteX49" fmla="*/ 8340796 w 10768629"/>
              <a:gd name="connsiteY49" fmla="*/ 980522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49003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89285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287964 w 10768629"/>
              <a:gd name="connsiteY28" fmla="*/ 513052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67549 w 10768629"/>
              <a:gd name="connsiteY35" fmla="*/ 584727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394729 w 10768629"/>
              <a:gd name="connsiteY46" fmla="*/ 948347 h 1978172"/>
              <a:gd name="connsiteX47" fmla="*/ 8380548 w 10768629"/>
              <a:gd name="connsiteY47" fmla="*/ 987916 h 1978172"/>
              <a:gd name="connsiteX48" fmla="*/ 8375330 w 10768629"/>
              <a:gd name="connsiteY48" fmla="*/ 965444 h 1978172"/>
              <a:gd name="connsiteX49" fmla="*/ 8340796 w 10768629"/>
              <a:gd name="connsiteY49" fmla="*/ 980522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49003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39392 w 10768629"/>
              <a:gd name="connsiteY78" fmla="*/ 1192062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89285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287964 w 10768629"/>
              <a:gd name="connsiteY28" fmla="*/ 513052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67549 w 10768629"/>
              <a:gd name="connsiteY35" fmla="*/ 584727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394729 w 10768629"/>
              <a:gd name="connsiteY46" fmla="*/ 948347 h 1978172"/>
              <a:gd name="connsiteX47" fmla="*/ 8380548 w 10768629"/>
              <a:gd name="connsiteY47" fmla="*/ 987916 h 1978172"/>
              <a:gd name="connsiteX48" fmla="*/ 8375330 w 10768629"/>
              <a:gd name="connsiteY48" fmla="*/ 965444 h 1978172"/>
              <a:gd name="connsiteX49" fmla="*/ 8340796 w 10768629"/>
              <a:gd name="connsiteY49" fmla="*/ 980522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49003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39392 w 10768629"/>
              <a:gd name="connsiteY78" fmla="*/ 1192062 h 1978172"/>
              <a:gd name="connsiteX79" fmla="*/ 7677677 w 10768629"/>
              <a:gd name="connsiteY79" fmla="*/ 1216394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89285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287964 w 10768629"/>
              <a:gd name="connsiteY28" fmla="*/ 513052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67549 w 10768629"/>
              <a:gd name="connsiteY35" fmla="*/ 584727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394729 w 10768629"/>
              <a:gd name="connsiteY46" fmla="*/ 948347 h 1978172"/>
              <a:gd name="connsiteX47" fmla="*/ 8380548 w 10768629"/>
              <a:gd name="connsiteY47" fmla="*/ 987916 h 1978172"/>
              <a:gd name="connsiteX48" fmla="*/ 8375330 w 10768629"/>
              <a:gd name="connsiteY48" fmla="*/ 965444 h 1978172"/>
              <a:gd name="connsiteX49" fmla="*/ 8340796 w 10768629"/>
              <a:gd name="connsiteY49" fmla="*/ 980522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49003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39392 w 10768629"/>
              <a:gd name="connsiteY78" fmla="*/ 1192062 h 1978172"/>
              <a:gd name="connsiteX79" fmla="*/ 7677677 w 10768629"/>
              <a:gd name="connsiteY79" fmla="*/ 1216394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11323 w 10768629"/>
              <a:gd name="connsiteY82" fmla="*/ 1340732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89285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287964 w 10768629"/>
              <a:gd name="connsiteY28" fmla="*/ 513052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67549 w 10768629"/>
              <a:gd name="connsiteY35" fmla="*/ 584727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394729 w 10768629"/>
              <a:gd name="connsiteY46" fmla="*/ 948347 h 1978172"/>
              <a:gd name="connsiteX47" fmla="*/ 8380548 w 10768629"/>
              <a:gd name="connsiteY47" fmla="*/ 987916 h 1978172"/>
              <a:gd name="connsiteX48" fmla="*/ 8375330 w 10768629"/>
              <a:gd name="connsiteY48" fmla="*/ 965444 h 1978172"/>
              <a:gd name="connsiteX49" fmla="*/ 8340796 w 10768629"/>
              <a:gd name="connsiteY49" fmla="*/ 980522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49003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39392 w 10768629"/>
              <a:gd name="connsiteY78" fmla="*/ 1192062 h 1978172"/>
              <a:gd name="connsiteX79" fmla="*/ 7677677 w 10768629"/>
              <a:gd name="connsiteY79" fmla="*/ 1216394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11323 w 10768629"/>
              <a:gd name="connsiteY82" fmla="*/ 1340732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89285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287964 w 10768629"/>
              <a:gd name="connsiteY28" fmla="*/ 513052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67549 w 10768629"/>
              <a:gd name="connsiteY35" fmla="*/ 584727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394729 w 10768629"/>
              <a:gd name="connsiteY46" fmla="*/ 948347 h 1978172"/>
              <a:gd name="connsiteX47" fmla="*/ 8380548 w 10768629"/>
              <a:gd name="connsiteY47" fmla="*/ 987916 h 1978172"/>
              <a:gd name="connsiteX48" fmla="*/ 8375330 w 10768629"/>
              <a:gd name="connsiteY48" fmla="*/ 965444 h 1978172"/>
              <a:gd name="connsiteX49" fmla="*/ 8340796 w 10768629"/>
              <a:gd name="connsiteY49" fmla="*/ 980522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49003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39392 w 10768629"/>
              <a:gd name="connsiteY78" fmla="*/ 1192062 h 1978172"/>
              <a:gd name="connsiteX79" fmla="*/ 7677677 w 10768629"/>
              <a:gd name="connsiteY79" fmla="*/ 1216394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11323 w 10768629"/>
              <a:gd name="connsiteY82" fmla="*/ 1340732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1228 w 10768629"/>
              <a:gd name="connsiteY152" fmla="*/ 1868717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89285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287964 w 10768629"/>
              <a:gd name="connsiteY28" fmla="*/ 513052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67549 w 10768629"/>
              <a:gd name="connsiteY35" fmla="*/ 584727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394729 w 10768629"/>
              <a:gd name="connsiteY46" fmla="*/ 948347 h 1978172"/>
              <a:gd name="connsiteX47" fmla="*/ 8380548 w 10768629"/>
              <a:gd name="connsiteY47" fmla="*/ 987916 h 1978172"/>
              <a:gd name="connsiteX48" fmla="*/ 8375330 w 10768629"/>
              <a:gd name="connsiteY48" fmla="*/ 965444 h 1978172"/>
              <a:gd name="connsiteX49" fmla="*/ 8340796 w 10768629"/>
              <a:gd name="connsiteY49" fmla="*/ 980522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49003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39392 w 10768629"/>
              <a:gd name="connsiteY78" fmla="*/ 1192062 h 1978172"/>
              <a:gd name="connsiteX79" fmla="*/ 7677677 w 10768629"/>
              <a:gd name="connsiteY79" fmla="*/ 1216394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11323 w 10768629"/>
              <a:gd name="connsiteY82" fmla="*/ 1340732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1228 w 10768629"/>
              <a:gd name="connsiteY152" fmla="*/ 1868717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89285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287964 w 10768629"/>
              <a:gd name="connsiteY28" fmla="*/ 513052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67549 w 10768629"/>
              <a:gd name="connsiteY35" fmla="*/ 584727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394729 w 10768629"/>
              <a:gd name="connsiteY46" fmla="*/ 948347 h 1978172"/>
              <a:gd name="connsiteX47" fmla="*/ 8380548 w 10768629"/>
              <a:gd name="connsiteY47" fmla="*/ 987916 h 1978172"/>
              <a:gd name="connsiteX48" fmla="*/ 8375330 w 10768629"/>
              <a:gd name="connsiteY48" fmla="*/ 965444 h 1978172"/>
              <a:gd name="connsiteX49" fmla="*/ 8340796 w 10768629"/>
              <a:gd name="connsiteY49" fmla="*/ 980522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49003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39392 w 10768629"/>
              <a:gd name="connsiteY78" fmla="*/ 1192062 h 1978172"/>
              <a:gd name="connsiteX79" fmla="*/ 7677677 w 10768629"/>
              <a:gd name="connsiteY79" fmla="*/ 1216394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11323 w 10768629"/>
              <a:gd name="connsiteY82" fmla="*/ 1340732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11935 w 10768629"/>
              <a:gd name="connsiteY151" fmla="*/ 1860177 h 1978172"/>
              <a:gd name="connsiteX152" fmla="*/ 4101228 w 10768629"/>
              <a:gd name="connsiteY152" fmla="*/ 1868717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89285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287964 w 10768629"/>
              <a:gd name="connsiteY28" fmla="*/ 513052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67549 w 10768629"/>
              <a:gd name="connsiteY35" fmla="*/ 584727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394729 w 10768629"/>
              <a:gd name="connsiteY46" fmla="*/ 948347 h 1978172"/>
              <a:gd name="connsiteX47" fmla="*/ 8380548 w 10768629"/>
              <a:gd name="connsiteY47" fmla="*/ 987916 h 1978172"/>
              <a:gd name="connsiteX48" fmla="*/ 8375330 w 10768629"/>
              <a:gd name="connsiteY48" fmla="*/ 965444 h 1978172"/>
              <a:gd name="connsiteX49" fmla="*/ 8340796 w 10768629"/>
              <a:gd name="connsiteY49" fmla="*/ 980522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49003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39392 w 10768629"/>
              <a:gd name="connsiteY78" fmla="*/ 1192062 h 1978172"/>
              <a:gd name="connsiteX79" fmla="*/ 7677677 w 10768629"/>
              <a:gd name="connsiteY79" fmla="*/ 1216394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11323 w 10768629"/>
              <a:gd name="connsiteY82" fmla="*/ 1340732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11935 w 10768629"/>
              <a:gd name="connsiteY151" fmla="*/ 1860177 h 1978172"/>
              <a:gd name="connsiteX152" fmla="*/ 4101228 w 10768629"/>
              <a:gd name="connsiteY152" fmla="*/ 1868717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89285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09389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287964 w 10768629"/>
              <a:gd name="connsiteY28" fmla="*/ 513052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67549 w 10768629"/>
              <a:gd name="connsiteY35" fmla="*/ 584727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394729 w 10768629"/>
              <a:gd name="connsiteY46" fmla="*/ 948347 h 1978172"/>
              <a:gd name="connsiteX47" fmla="*/ 8380548 w 10768629"/>
              <a:gd name="connsiteY47" fmla="*/ 987916 h 1978172"/>
              <a:gd name="connsiteX48" fmla="*/ 8375330 w 10768629"/>
              <a:gd name="connsiteY48" fmla="*/ 965444 h 1978172"/>
              <a:gd name="connsiteX49" fmla="*/ 8340796 w 10768629"/>
              <a:gd name="connsiteY49" fmla="*/ 980522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49003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39392 w 10768629"/>
              <a:gd name="connsiteY78" fmla="*/ 1192062 h 1978172"/>
              <a:gd name="connsiteX79" fmla="*/ 7677677 w 10768629"/>
              <a:gd name="connsiteY79" fmla="*/ 1216394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11323 w 10768629"/>
              <a:gd name="connsiteY82" fmla="*/ 1340732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11935 w 10768629"/>
              <a:gd name="connsiteY151" fmla="*/ 1860177 h 1978172"/>
              <a:gd name="connsiteX152" fmla="*/ 4101228 w 10768629"/>
              <a:gd name="connsiteY152" fmla="*/ 1868717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89285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09389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287964 w 10768629"/>
              <a:gd name="connsiteY28" fmla="*/ 513052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67549 w 10768629"/>
              <a:gd name="connsiteY35" fmla="*/ 584727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394729 w 10768629"/>
              <a:gd name="connsiteY46" fmla="*/ 948347 h 1978172"/>
              <a:gd name="connsiteX47" fmla="*/ 8380548 w 10768629"/>
              <a:gd name="connsiteY47" fmla="*/ 987916 h 1978172"/>
              <a:gd name="connsiteX48" fmla="*/ 8375330 w 10768629"/>
              <a:gd name="connsiteY48" fmla="*/ 965444 h 1978172"/>
              <a:gd name="connsiteX49" fmla="*/ 8340796 w 10768629"/>
              <a:gd name="connsiteY49" fmla="*/ 980522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49003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39392 w 10768629"/>
              <a:gd name="connsiteY78" fmla="*/ 1192062 h 1978172"/>
              <a:gd name="connsiteX79" fmla="*/ 7677677 w 10768629"/>
              <a:gd name="connsiteY79" fmla="*/ 1216394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11323 w 10768629"/>
              <a:gd name="connsiteY82" fmla="*/ 1340732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11935 w 10768629"/>
              <a:gd name="connsiteY151" fmla="*/ 1860177 h 1978172"/>
              <a:gd name="connsiteX152" fmla="*/ 4101228 w 10768629"/>
              <a:gd name="connsiteY152" fmla="*/ 1868717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89285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09389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287964 w 10768629"/>
              <a:gd name="connsiteY28" fmla="*/ 513052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67549 w 10768629"/>
              <a:gd name="connsiteY35" fmla="*/ 584727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394729 w 10768629"/>
              <a:gd name="connsiteY46" fmla="*/ 948347 h 1978172"/>
              <a:gd name="connsiteX47" fmla="*/ 8380548 w 10768629"/>
              <a:gd name="connsiteY47" fmla="*/ 987916 h 1978172"/>
              <a:gd name="connsiteX48" fmla="*/ 8375330 w 10768629"/>
              <a:gd name="connsiteY48" fmla="*/ 965444 h 1978172"/>
              <a:gd name="connsiteX49" fmla="*/ 8340796 w 10768629"/>
              <a:gd name="connsiteY49" fmla="*/ 980522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49003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39392 w 10768629"/>
              <a:gd name="connsiteY78" fmla="*/ 1192062 h 1978172"/>
              <a:gd name="connsiteX79" fmla="*/ 7677677 w 10768629"/>
              <a:gd name="connsiteY79" fmla="*/ 1216394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11323 w 10768629"/>
              <a:gd name="connsiteY82" fmla="*/ 1340732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11935 w 10768629"/>
              <a:gd name="connsiteY151" fmla="*/ 1860177 h 1978172"/>
              <a:gd name="connsiteX152" fmla="*/ 4101228 w 10768629"/>
              <a:gd name="connsiteY152" fmla="*/ 1868717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89285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0257 w 10768629"/>
              <a:gd name="connsiteY182" fmla="*/ 1789615 h 1978172"/>
              <a:gd name="connsiteX183" fmla="*/ 991903 w 10768629"/>
              <a:gd name="connsiteY183" fmla="*/ 1786741 h 1978172"/>
              <a:gd name="connsiteX184" fmla="*/ 883960 w 10768629"/>
              <a:gd name="connsiteY184" fmla="*/ 1809389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287964 w 10768629"/>
              <a:gd name="connsiteY28" fmla="*/ 513052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67549 w 10768629"/>
              <a:gd name="connsiteY35" fmla="*/ 584727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394729 w 10768629"/>
              <a:gd name="connsiteY46" fmla="*/ 948347 h 1978172"/>
              <a:gd name="connsiteX47" fmla="*/ 8380548 w 10768629"/>
              <a:gd name="connsiteY47" fmla="*/ 987916 h 1978172"/>
              <a:gd name="connsiteX48" fmla="*/ 8375330 w 10768629"/>
              <a:gd name="connsiteY48" fmla="*/ 965444 h 1978172"/>
              <a:gd name="connsiteX49" fmla="*/ 8340796 w 10768629"/>
              <a:gd name="connsiteY49" fmla="*/ 980522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49003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39392 w 10768629"/>
              <a:gd name="connsiteY78" fmla="*/ 1192062 h 1978172"/>
              <a:gd name="connsiteX79" fmla="*/ 7677677 w 10768629"/>
              <a:gd name="connsiteY79" fmla="*/ 1216394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11323 w 10768629"/>
              <a:gd name="connsiteY82" fmla="*/ 1340732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11935 w 10768629"/>
              <a:gd name="connsiteY151" fmla="*/ 1860177 h 1978172"/>
              <a:gd name="connsiteX152" fmla="*/ 4101228 w 10768629"/>
              <a:gd name="connsiteY152" fmla="*/ 1868717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89285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84330 h 1978172"/>
              <a:gd name="connsiteX182" fmla="*/ 1120257 w 10768629"/>
              <a:gd name="connsiteY182" fmla="*/ 1789615 h 1978172"/>
              <a:gd name="connsiteX183" fmla="*/ 991903 w 10768629"/>
              <a:gd name="connsiteY183" fmla="*/ 1786741 h 1978172"/>
              <a:gd name="connsiteX184" fmla="*/ 883960 w 10768629"/>
              <a:gd name="connsiteY184" fmla="*/ 1809389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</a:cxnLst>
            <a:rect l="l" t="t" r="r" b="b"/>
            <a:pathLst>
              <a:path w="10768629" h="1978172">
                <a:moveTo>
                  <a:pt x="0" y="0"/>
                </a:moveTo>
                <a:lnTo>
                  <a:pt x="10768629" y="0"/>
                </a:lnTo>
                <a:lnTo>
                  <a:pt x="10733254" y="31439"/>
                </a:lnTo>
                <a:lnTo>
                  <a:pt x="10727085" y="37910"/>
                </a:lnTo>
                <a:cubicBezTo>
                  <a:pt x="10712973" y="56080"/>
                  <a:pt x="10699457" y="78430"/>
                  <a:pt x="10675953" y="68623"/>
                </a:cubicBezTo>
                <a:cubicBezTo>
                  <a:pt x="10685972" y="89202"/>
                  <a:pt x="10641629" y="69781"/>
                  <a:pt x="10637091" y="90361"/>
                </a:cubicBezTo>
                <a:cubicBezTo>
                  <a:pt x="10635214" y="107005"/>
                  <a:pt x="10621323" y="104993"/>
                  <a:pt x="10610971" y="110764"/>
                </a:cubicBezTo>
                <a:cubicBezTo>
                  <a:pt x="10603980" y="127568"/>
                  <a:pt x="10551417" y="141180"/>
                  <a:pt x="10532872" y="138028"/>
                </a:cubicBezTo>
                <a:cubicBezTo>
                  <a:pt x="10480300" y="119072"/>
                  <a:pt x="10440532" y="186296"/>
                  <a:pt x="10398558" y="172911"/>
                </a:cubicBezTo>
                <a:cubicBezTo>
                  <a:pt x="10387708" y="174114"/>
                  <a:pt x="10378792" y="177646"/>
                  <a:pt x="10371128" y="182609"/>
                </a:cubicBezTo>
                <a:lnTo>
                  <a:pt x="10352178" y="199976"/>
                </a:lnTo>
                <a:lnTo>
                  <a:pt x="10351815" y="211879"/>
                </a:lnTo>
                <a:lnTo>
                  <a:pt x="10337471" y="218661"/>
                </a:lnTo>
                <a:lnTo>
                  <a:pt x="10334625" y="222351"/>
                </a:lnTo>
                <a:cubicBezTo>
                  <a:pt x="10321108" y="225227"/>
                  <a:pt x="10278615" y="228401"/>
                  <a:pt x="10256365" y="235917"/>
                </a:cubicBezTo>
                <a:cubicBezTo>
                  <a:pt x="10218136" y="258033"/>
                  <a:pt x="10224552" y="209685"/>
                  <a:pt x="10201127" y="267448"/>
                </a:cubicBezTo>
                <a:cubicBezTo>
                  <a:pt x="10121320" y="273476"/>
                  <a:pt x="10040763" y="345580"/>
                  <a:pt x="9961218" y="326720"/>
                </a:cubicBezTo>
                <a:cubicBezTo>
                  <a:pt x="9980173" y="341621"/>
                  <a:pt x="9883038" y="318484"/>
                  <a:pt x="9859715" y="355698"/>
                </a:cubicBezTo>
                <a:cubicBezTo>
                  <a:pt x="9812822" y="367758"/>
                  <a:pt x="9752089" y="383830"/>
                  <a:pt x="9679867" y="399081"/>
                </a:cubicBezTo>
                <a:cubicBezTo>
                  <a:pt x="9618357" y="415668"/>
                  <a:pt x="9525492" y="446315"/>
                  <a:pt x="9490654" y="455225"/>
                </a:cubicBezTo>
                <a:lnTo>
                  <a:pt x="9470837" y="452539"/>
                </a:lnTo>
                <a:lnTo>
                  <a:pt x="9469082" y="454891"/>
                </a:lnTo>
                <a:cubicBezTo>
                  <a:pt x="9460057" y="461184"/>
                  <a:pt x="9453495" y="461729"/>
                  <a:pt x="9448038" y="459733"/>
                </a:cubicBezTo>
                <a:lnTo>
                  <a:pt x="9396821" y="455795"/>
                </a:lnTo>
                <a:lnTo>
                  <a:pt x="9392197" y="459796"/>
                </a:lnTo>
                <a:lnTo>
                  <a:pt x="9347994" y="464462"/>
                </a:lnTo>
                <a:cubicBezTo>
                  <a:pt x="9347959" y="465155"/>
                  <a:pt x="9347925" y="465846"/>
                  <a:pt x="9347889" y="466539"/>
                </a:cubicBezTo>
                <a:cubicBezTo>
                  <a:pt x="9346648" y="471307"/>
                  <a:pt x="9343831" y="475025"/>
                  <a:pt x="9337639" y="476654"/>
                </a:cubicBezTo>
                <a:cubicBezTo>
                  <a:pt x="9354547" y="503661"/>
                  <a:pt x="9307720" y="510631"/>
                  <a:pt x="9287964" y="513052"/>
                </a:cubicBezTo>
                <a:cubicBezTo>
                  <a:pt x="9269905" y="526173"/>
                  <a:pt x="9245386" y="544358"/>
                  <a:pt x="9229283" y="555377"/>
                </a:cubicBezTo>
                <a:lnTo>
                  <a:pt x="9220274" y="557502"/>
                </a:lnTo>
                <a:cubicBezTo>
                  <a:pt x="9220250" y="557668"/>
                  <a:pt x="9220226" y="557835"/>
                  <a:pt x="9220202" y="558001"/>
                </a:cubicBezTo>
                <a:cubicBezTo>
                  <a:pt x="9218468" y="559434"/>
                  <a:pt x="9215591" y="560497"/>
                  <a:pt x="9210908" y="561147"/>
                </a:cubicBezTo>
                <a:lnTo>
                  <a:pt x="9186374" y="565502"/>
                </a:lnTo>
                <a:lnTo>
                  <a:pt x="9181058" y="569943"/>
                </a:lnTo>
                <a:lnTo>
                  <a:pt x="9167549" y="584727"/>
                </a:lnTo>
                <a:lnTo>
                  <a:pt x="9149110" y="598906"/>
                </a:lnTo>
                <a:cubicBezTo>
                  <a:pt x="9133575" y="594395"/>
                  <a:pt x="9087390" y="636567"/>
                  <a:pt x="9078556" y="644039"/>
                </a:cubicBezTo>
                <a:lnTo>
                  <a:pt x="8996399" y="690055"/>
                </a:lnTo>
                <a:cubicBezTo>
                  <a:pt x="8913147" y="777045"/>
                  <a:pt x="8867993" y="772591"/>
                  <a:pt x="8803791" y="813860"/>
                </a:cubicBezTo>
                <a:cubicBezTo>
                  <a:pt x="8745270" y="819906"/>
                  <a:pt x="8690049" y="823612"/>
                  <a:pt x="8636202" y="848463"/>
                </a:cubicBezTo>
                <a:cubicBezTo>
                  <a:pt x="8594799" y="860014"/>
                  <a:pt x="8568613" y="864779"/>
                  <a:pt x="8555372" y="883171"/>
                </a:cubicBezTo>
                <a:lnTo>
                  <a:pt x="8507229" y="901665"/>
                </a:lnTo>
                <a:lnTo>
                  <a:pt x="8428473" y="927985"/>
                </a:lnTo>
                <a:cubicBezTo>
                  <a:pt x="8428287" y="929817"/>
                  <a:pt x="8428100" y="931648"/>
                  <a:pt x="8427914" y="933480"/>
                </a:cubicBezTo>
                <a:lnTo>
                  <a:pt x="8420327" y="941984"/>
                </a:lnTo>
                <a:lnTo>
                  <a:pt x="8394729" y="948347"/>
                </a:lnTo>
                <a:lnTo>
                  <a:pt x="8380548" y="987916"/>
                </a:lnTo>
                <a:lnTo>
                  <a:pt x="8375330" y="965444"/>
                </a:lnTo>
                <a:cubicBezTo>
                  <a:pt x="8372375" y="964202"/>
                  <a:pt x="8344433" y="977378"/>
                  <a:pt x="8340796" y="980522"/>
                </a:cubicBezTo>
                <a:cubicBezTo>
                  <a:pt x="8328292" y="982128"/>
                  <a:pt x="8319237" y="991089"/>
                  <a:pt x="8304438" y="996739"/>
                </a:cubicBezTo>
                <a:cubicBezTo>
                  <a:pt x="8297193" y="1005683"/>
                  <a:pt x="8289328" y="1014568"/>
                  <a:pt x="8280929" y="1023089"/>
                </a:cubicBezTo>
                <a:lnTo>
                  <a:pt x="8275760" y="1027772"/>
                </a:lnTo>
                <a:lnTo>
                  <a:pt x="8275478" y="1027605"/>
                </a:lnTo>
                <a:cubicBezTo>
                  <a:pt x="8273970" y="1028076"/>
                  <a:pt x="8251461" y="1029408"/>
                  <a:pt x="8249003" y="1032033"/>
                </a:cubicBezTo>
                <a:lnTo>
                  <a:pt x="8203836" y="1037347"/>
                </a:lnTo>
                <a:cubicBezTo>
                  <a:pt x="8172789" y="1049890"/>
                  <a:pt x="8148166" y="1034625"/>
                  <a:pt x="8122936" y="1063113"/>
                </a:cubicBezTo>
                <a:cubicBezTo>
                  <a:pt x="8093850" y="1074757"/>
                  <a:pt x="8066781" y="1075350"/>
                  <a:pt x="8043658" y="1092746"/>
                </a:cubicBezTo>
                <a:cubicBezTo>
                  <a:pt x="8032157" y="1089174"/>
                  <a:pt x="8022145" y="1089998"/>
                  <a:pt x="8015351" y="1105478"/>
                </a:cubicBezTo>
                <a:cubicBezTo>
                  <a:pt x="7987544" y="1113006"/>
                  <a:pt x="7977708" y="1099152"/>
                  <a:pt x="7963145" y="1119346"/>
                </a:cubicBezTo>
                <a:cubicBezTo>
                  <a:pt x="7942622" y="1098880"/>
                  <a:pt x="7943760" y="1109516"/>
                  <a:pt x="7938145" y="1120225"/>
                </a:cubicBezTo>
                <a:lnTo>
                  <a:pt x="7937238" y="1121204"/>
                </a:lnTo>
                <a:lnTo>
                  <a:pt x="7934398" y="1118240"/>
                </a:lnTo>
                <a:lnTo>
                  <a:pt x="7918248" y="1124371"/>
                </a:lnTo>
                <a:lnTo>
                  <a:pt x="7914119" y="1127653"/>
                </a:lnTo>
                <a:cubicBezTo>
                  <a:pt x="7911201" y="1129547"/>
                  <a:pt x="7909169" y="1130331"/>
                  <a:pt x="7907658" y="1130350"/>
                </a:cubicBezTo>
                <a:lnTo>
                  <a:pt x="7907434" y="1130103"/>
                </a:lnTo>
                <a:lnTo>
                  <a:pt x="7901508" y="1133245"/>
                </a:lnTo>
                <a:cubicBezTo>
                  <a:pt x="7891644" y="1139271"/>
                  <a:pt x="7882185" y="1145815"/>
                  <a:pt x="7873287" y="1152609"/>
                </a:cubicBezTo>
                <a:cubicBezTo>
                  <a:pt x="7864672" y="1141906"/>
                  <a:pt x="7845199" y="1159242"/>
                  <a:pt x="7834833" y="1153868"/>
                </a:cubicBezTo>
                <a:lnTo>
                  <a:pt x="7828661" y="1139994"/>
                </a:lnTo>
                <a:lnTo>
                  <a:pt x="7823966" y="1143178"/>
                </a:lnTo>
                <a:lnTo>
                  <a:pt x="7815078" y="1151776"/>
                </a:lnTo>
                <a:cubicBezTo>
                  <a:pt x="7813692" y="1152943"/>
                  <a:pt x="7812687" y="1153116"/>
                  <a:pt x="7812026" y="1151522"/>
                </a:cubicBezTo>
                <a:cubicBezTo>
                  <a:pt x="7806555" y="1153054"/>
                  <a:pt x="7788673" y="1159989"/>
                  <a:pt x="7782249" y="1160970"/>
                </a:cubicBezTo>
                <a:lnTo>
                  <a:pt x="7773476" y="1157414"/>
                </a:lnTo>
                <a:lnTo>
                  <a:pt x="7769600" y="1157365"/>
                </a:lnTo>
                <a:lnTo>
                  <a:pt x="7752631" y="1172815"/>
                </a:lnTo>
                <a:lnTo>
                  <a:pt x="7739392" y="1192062"/>
                </a:lnTo>
                <a:lnTo>
                  <a:pt x="7677677" y="1216394"/>
                </a:lnTo>
                <a:lnTo>
                  <a:pt x="7586920" y="1261888"/>
                </a:lnTo>
                <a:cubicBezTo>
                  <a:pt x="7556723" y="1298911"/>
                  <a:pt x="7489187" y="1284518"/>
                  <a:pt x="7486100" y="1292563"/>
                </a:cubicBezTo>
                <a:cubicBezTo>
                  <a:pt x="7454875" y="1308356"/>
                  <a:pt x="7453335" y="1326361"/>
                  <a:pt x="7411323" y="1340732"/>
                </a:cubicBezTo>
                <a:cubicBezTo>
                  <a:pt x="7372519" y="1390006"/>
                  <a:pt x="7288617" y="1403664"/>
                  <a:pt x="7240698" y="1438832"/>
                </a:cubicBezTo>
                <a:cubicBezTo>
                  <a:pt x="7206467" y="1417136"/>
                  <a:pt x="7227555" y="1441678"/>
                  <a:pt x="7197675" y="1447530"/>
                </a:cubicBezTo>
                <a:cubicBezTo>
                  <a:pt x="7211601" y="1474927"/>
                  <a:pt x="7159483" y="1444981"/>
                  <a:pt x="7164788" y="1480293"/>
                </a:cubicBezTo>
                <a:cubicBezTo>
                  <a:pt x="7159184" y="1480240"/>
                  <a:pt x="7153584" y="1479075"/>
                  <a:pt x="7147929" y="1477641"/>
                </a:cubicBezTo>
                <a:lnTo>
                  <a:pt x="7144965" y="1476908"/>
                </a:lnTo>
                <a:lnTo>
                  <a:pt x="7134299" y="1479969"/>
                </a:lnTo>
                <a:lnTo>
                  <a:pt x="7129809" y="1473339"/>
                </a:lnTo>
                <a:lnTo>
                  <a:pt x="7112688" y="1472575"/>
                </a:lnTo>
                <a:cubicBezTo>
                  <a:pt x="7106506" y="1473449"/>
                  <a:pt x="7100123" y="1475741"/>
                  <a:pt x="7093470" y="1480300"/>
                </a:cubicBezTo>
                <a:cubicBezTo>
                  <a:pt x="7079039" y="1501274"/>
                  <a:pt x="7048991" y="1495718"/>
                  <a:pt x="7025034" y="1506934"/>
                </a:cubicBezTo>
                <a:lnTo>
                  <a:pt x="7014783" y="1515868"/>
                </a:lnTo>
                <a:lnTo>
                  <a:pt x="6979706" y="1523511"/>
                </a:lnTo>
                <a:lnTo>
                  <a:pt x="6977890" y="1525793"/>
                </a:lnTo>
                <a:cubicBezTo>
                  <a:pt x="6971996" y="1527914"/>
                  <a:pt x="6959488" y="1529941"/>
                  <a:pt x="6944339" y="1536237"/>
                </a:cubicBezTo>
                <a:lnTo>
                  <a:pt x="6886996" y="1563569"/>
                </a:lnTo>
                <a:lnTo>
                  <a:pt x="6874510" y="1558469"/>
                </a:lnTo>
                <a:lnTo>
                  <a:pt x="6871943" y="1554651"/>
                </a:lnTo>
                <a:lnTo>
                  <a:pt x="6856174" y="1562024"/>
                </a:lnTo>
                <a:lnTo>
                  <a:pt x="6842321" y="1560554"/>
                </a:lnTo>
                <a:lnTo>
                  <a:pt x="6832713" y="1569357"/>
                </a:lnTo>
                <a:lnTo>
                  <a:pt x="6816351" y="1571495"/>
                </a:lnTo>
                <a:cubicBezTo>
                  <a:pt x="6810216" y="1571510"/>
                  <a:pt x="6803310" y="1571324"/>
                  <a:pt x="6795800" y="1572010"/>
                </a:cubicBezTo>
                <a:lnTo>
                  <a:pt x="6777546" y="1568661"/>
                </a:lnTo>
                <a:lnTo>
                  <a:pt x="6751528" y="1574143"/>
                </a:lnTo>
                <a:cubicBezTo>
                  <a:pt x="6731455" y="1578562"/>
                  <a:pt x="6712054" y="1582098"/>
                  <a:pt x="6691966" y="1582255"/>
                </a:cubicBezTo>
                <a:cubicBezTo>
                  <a:pt x="6677921" y="1590738"/>
                  <a:pt x="6663787" y="1595441"/>
                  <a:pt x="6646941" y="1588471"/>
                </a:cubicBezTo>
                <a:cubicBezTo>
                  <a:pt x="6605135" y="1597971"/>
                  <a:pt x="6598373" y="1612583"/>
                  <a:pt x="6568576" y="1606488"/>
                </a:cubicBezTo>
                <a:cubicBezTo>
                  <a:pt x="6562510" y="1614734"/>
                  <a:pt x="6558067" y="1619360"/>
                  <a:pt x="6554358" y="1621701"/>
                </a:cubicBezTo>
                <a:cubicBezTo>
                  <a:pt x="6543227" y="1628727"/>
                  <a:pt x="6538724" y="1615196"/>
                  <a:pt x="6516968" y="1617195"/>
                </a:cubicBezTo>
                <a:cubicBezTo>
                  <a:pt x="6493173" y="1617368"/>
                  <a:pt x="6528193" y="1598652"/>
                  <a:pt x="6506479" y="1602227"/>
                </a:cubicBezTo>
                <a:cubicBezTo>
                  <a:pt x="6486674" y="1613929"/>
                  <a:pt x="6478484" y="1593997"/>
                  <a:pt x="6458436" y="1607332"/>
                </a:cubicBezTo>
                <a:cubicBezTo>
                  <a:pt x="6471168" y="1620800"/>
                  <a:pt x="6410323" y="1615478"/>
                  <a:pt x="6414786" y="1628815"/>
                </a:cubicBezTo>
                <a:cubicBezTo>
                  <a:pt x="6385942" y="1615041"/>
                  <a:pt x="6386569" y="1640238"/>
                  <a:pt x="6357085" y="1640846"/>
                </a:cubicBezTo>
                <a:cubicBezTo>
                  <a:pt x="6341163" y="1636809"/>
                  <a:pt x="6331497" y="1637754"/>
                  <a:pt x="6322636" y="1648213"/>
                </a:cubicBezTo>
                <a:cubicBezTo>
                  <a:pt x="6248448" y="1627802"/>
                  <a:pt x="6286748" y="1654976"/>
                  <a:pt x="6226172" y="1654676"/>
                </a:cubicBezTo>
                <a:lnTo>
                  <a:pt x="6221217" y="1654506"/>
                </a:lnTo>
                <a:lnTo>
                  <a:pt x="6204956" y="1664280"/>
                </a:lnTo>
                <a:cubicBezTo>
                  <a:pt x="6204728" y="1665114"/>
                  <a:pt x="6204498" y="1665947"/>
                  <a:pt x="6204270" y="1666782"/>
                </a:cubicBezTo>
                <a:lnTo>
                  <a:pt x="6143810" y="1661963"/>
                </a:lnTo>
                <a:lnTo>
                  <a:pt x="6136560" y="1665728"/>
                </a:lnTo>
                <a:lnTo>
                  <a:pt x="6096155" y="1656951"/>
                </a:lnTo>
                <a:lnTo>
                  <a:pt x="6075812" y="1655422"/>
                </a:lnTo>
                <a:lnTo>
                  <a:pt x="6039495" y="1649680"/>
                </a:lnTo>
                <a:lnTo>
                  <a:pt x="6036523" y="1652121"/>
                </a:lnTo>
                <a:lnTo>
                  <a:pt x="6029328" y="1649904"/>
                </a:lnTo>
                <a:lnTo>
                  <a:pt x="6024075" y="1652779"/>
                </a:lnTo>
                <a:lnTo>
                  <a:pt x="6018085" y="1652030"/>
                </a:lnTo>
                <a:cubicBezTo>
                  <a:pt x="6006658" y="1653831"/>
                  <a:pt x="5968194" y="1662035"/>
                  <a:pt x="5955513" y="1663584"/>
                </a:cubicBezTo>
                <a:lnTo>
                  <a:pt x="5941996" y="1661326"/>
                </a:lnTo>
                <a:lnTo>
                  <a:pt x="5931789" y="1669915"/>
                </a:lnTo>
                <a:lnTo>
                  <a:pt x="5888686" y="1672175"/>
                </a:lnTo>
                <a:lnTo>
                  <a:pt x="5873794" y="1665454"/>
                </a:lnTo>
                <a:lnTo>
                  <a:pt x="5860022" y="1660635"/>
                </a:lnTo>
                <a:lnTo>
                  <a:pt x="5858237" y="1660649"/>
                </a:lnTo>
                <a:lnTo>
                  <a:pt x="5840319" y="1660798"/>
                </a:lnTo>
                <a:lnTo>
                  <a:pt x="5806984" y="1661075"/>
                </a:lnTo>
                <a:cubicBezTo>
                  <a:pt x="5785708" y="1661533"/>
                  <a:pt x="5764126" y="1662974"/>
                  <a:pt x="5742351" y="1667489"/>
                </a:cubicBezTo>
                <a:cubicBezTo>
                  <a:pt x="5659069" y="1645168"/>
                  <a:pt x="5615134" y="1706361"/>
                  <a:pt x="5521171" y="1671626"/>
                </a:cubicBezTo>
                <a:cubicBezTo>
                  <a:pt x="5491803" y="1671296"/>
                  <a:pt x="5498089" y="1662666"/>
                  <a:pt x="5457384" y="1683952"/>
                </a:cubicBezTo>
                <a:cubicBezTo>
                  <a:pt x="5356959" y="1699287"/>
                  <a:pt x="5078905" y="1774579"/>
                  <a:pt x="4950070" y="1748401"/>
                </a:cubicBezTo>
                <a:cubicBezTo>
                  <a:pt x="4918276" y="1752255"/>
                  <a:pt x="4891043" y="1756936"/>
                  <a:pt x="4872172" y="1757222"/>
                </a:cubicBezTo>
                <a:lnTo>
                  <a:pt x="4809524" y="1761033"/>
                </a:lnTo>
                <a:cubicBezTo>
                  <a:pt x="4791324" y="1772975"/>
                  <a:pt x="4777258" y="1754591"/>
                  <a:pt x="4759058" y="1766533"/>
                </a:cubicBezTo>
                <a:cubicBezTo>
                  <a:pt x="4747481" y="1770744"/>
                  <a:pt x="4734604" y="1772921"/>
                  <a:pt x="4719749" y="1771811"/>
                </a:cubicBezTo>
                <a:cubicBezTo>
                  <a:pt x="4671168" y="1780243"/>
                  <a:pt x="4634134" y="1775931"/>
                  <a:pt x="4568686" y="1786141"/>
                </a:cubicBezTo>
                <a:cubicBezTo>
                  <a:pt x="4544667" y="1777910"/>
                  <a:pt x="4432547" y="1778168"/>
                  <a:pt x="4418751" y="1796932"/>
                </a:cubicBezTo>
                <a:cubicBezTo>
                  <a:pt x="4403360" y="1801488"/>
                  <a:pt x="4385278" y="1795746"/>
                  <a:pt x="4378377" y="1815528"/>
                </a:cubicBezTo>
                <a:cubicBezTo>
                  <a:pt x="4366870" y="1839461"/>
                  <a:pt x="4337372" y="1814003"/>
                  <a:pt x="4320575" y="1832722"/>
                </a:cubicBezTo>
                <a:cubicBezTo>
                  <a:pt x="4277898" y="1857053"/>
                  <a:pt x="4243945" y="1846759"/>
                  <a:pt x="4211935" y="1860177"/>
                </a:cubicBezTo>
                <a:cubicBezTo>
                  <a:pt x="4181519" y="1859584"/>
                  <a:pt x="4171342" y="1859762"/>
                  <a:pt x="4101228" y="1868717"/>
                </a:cubicBezTo>
                <a:cubicBezTo>
                  <a:pt x="4080159" y="1876188"/>
                  <a:pt x="4039427" y="1877381"/>
                  <a:pt x="3973223" y="1881015"/>
                </a:cubicBezTo>
                <a:cubicBezTo>
                  <a:pt x="3971330" y="1884974"/>
                  <a:pt x="3952843" y="1879225"/>
                  <a:pt x="3900992" y="1880603"/>
                </a:cubicBezTo>
                <a:cubicBezTo>
                  <a:pt x="3849141" y="1881981"/>
                  <a:pt x="3740060" y="1895686"/>
                  <a:pt x="3662119" y="1889285"/>
                </a:cubicBezTo>
                <a:cubicBezTo>
                  <a:pt x="3565155" y="1881322"/>
                  <a:pt x="3613412" y="1915150"/>
                  <a:pt x="3496919" y="1873180"/>
                </a:cubicBezTo>
                <a:cubicBezTo>
                  <a:pt x="3488062" y="1895719"/>
                  <a:pt x="3474293" y="1876288"/>
                  <a:pt x="3449433" y="1889681"/>
                </a:cubicBezTo>
                <a:cubicBezTo>
                  <a:pt x="3406553" y="1891629"/>
                  <a:pt x="3413217" y="1897797"/>
                  <a:pt x="3369766" y="1916653"/>
                </a:cubicBezTo>
                <a:cubicBezTo>
                  <a:pt x="3338805" y="1929531"/>
                  <a:pt x="3289487" y="1928617"/>
                  <a:pt x="3269672" y="1938036"/>
                </a:cubicBezTo>
                <a:lnTo>
                  <a:pt x="3224897" y="1943733"/>
                </a:lnTo>
                <a:cubicBezTo>
                  <a:pt x="3188693" y="1949271"/>
                  <a:pt x="3178540" y="1909145"/>
                  <a:pt x="3161463" y="1946591"/>
                </a:cubicBezTo>
                <a:lnTo>
                  <a:pt x="3112044" y="1935614"/>
                </a:lnTo>
                <a:lnTo>
                  <a:pt x="3069716" y="1930463"/>
                </a:lnTo>
                <a:cubicBezTo>
                  <a:pt x="3049937" y="1924285"/>
                  <a:pt x="3047816" y="1925644"/>
                  <a:pt x="3005773" y="1915878"/>
                </a:cubicBezTo>
                <a:cubicBezTo>
                  <a:pt x="2978838" y="1921092"/>
                  <a:pt x="2967972" y="1927319"/>
                  <a:pt x="2897201" y="1926772"/>
                </a:cubicBezTo>
                <a:lnTo>
                  <a:pt x="2783891" y="1931749"/>
                </a:lnTo>
                <a:cubicBezTo>
                  <a:pt x="2753098" y="1932794"/>
                  <a:pt x="2731621" y="1915151"/>
                  <a:pt x="2712447" y="1933044"/>
                </a:cubicBezTo>
                <a:cubicBezTo>
                  <a:pt x="2621923" y="1990472"/>
                  <a:pt x="2637976" y="1949546"/>
                  <a:pt x="2560151" y="1963609"/>
                </a:cubicBezTo>
                <a:cubicBezTo>
                  <a:pt x="2472084" y="1973456"/>
                  <a:pt x="2423631" y="1962133"/>
                  <a:pt x="2367221" y="1971884"/>
                </a:cubicBezTo>
                <a:cubicBezTo>
                  <a:pt x="2355331" y="1950582"/>
                  <a:pt x="2295649" y="1950006"/>
                  <a:pt x="2272130" y="1961162"/>
                </a:cubicBezTo>
                <a:cubicBezTo>
                  <a:pt x="2229336" y="1964326"/>
                  <a:pt x="2232627" y="1943953"/>
                  <a:pt x="2189404" y="1978172"/>
                </a:cubicBezTo>
                <a:cubicBezTo>
                  <a:pt x="2153824" y="1968017"/>
                  <a:pt x="2114605" y="1969166"/>
                  <a:pt x="2077704" y="1965002"/>
                </a:cubicBezTo>
                <a:cubicBezTo>
                  <a:pt x="2053064" y="1962036"/>
                  <a:pt x="2051584" y="1971011"/>
                  <a:pt x="2033299" y="1969042"/>
                </a:cubicBezTo>
                <a:cubicBezTo>
                  <a:pt x="2015014" y="1967073"/>
                  <a:pt x="1998956" y="1958903"/>
                  <a:pt x="1967996" y="1953187"/>
                </a:cubicBezTo>
                <a:cubicBezTo>
                  <a:pt x="1924117" y="1970917"/>
                  <a:pt x="1915668" y="1940297"/>
                  <a:pt x="1855805" y="1926082"/>
                </a:cubicBezTo>
                <a:cubicBezTo>
                  <a:pt x="1830663" y="1943732"/>
                  <a:pt x="1810564" y="1935694"/>
                  <a:pt x="1790957" y="1919460"/>
                </a:cubicBezTo>
                <a:cubicBezTo>
                  <a:pt x="1732588" y="1924884"/>
                  <a:pt x="1679506" y="1900619"/>
                  <a:pt x="1613978" y="1891581"/>
                </a:cubicBezTo>
                <a:cubicBezTo>
                  <a:pt x="1542961" y="1912227"/>
                  <a:pt x="1506863" y="1865666"/>
                  <a:pt x="1436831" y="1856201"/>
                </a:cubicBezTo>
                <a:cubicBezTo>
                  <a:pt x="1409149" y="1862955"/>
                  <a:pt x="1416370" y="1829853"/>
                  <a:pt x="1357365" y="1832140"/>
                </a:cubicBezTo>
                <a:cubicBezTo>
                  <a:pt x="1285880" y="1811785"/>
                  <a:pt x="1273193" y="1786872"/>
                  <a:pt x="1232341" y="1785942"/>
                </a:cubicBezTo>
                <a:cubicBezTo>
                  <a:pt x="1223903" y="1792798"/>
                  <a:pt x="1160576" y="1793911"/>
                  <a:pt x="1162595" y="1784330"/>
                </a:cubicBezTo>
                <a:cubicBezTo>
                  <a:pt x="1153167" y="1787110"/>
                  <a:pt x="1122206" y="1805077"/>
                  <a:pt x="1120257" y="1789615"/>
                </a:cubicBezTo>
                <a:cubicBezTo>
                  <a:pt x="1073149" y="1786750"/>
                  <a:pt x="1034361" y="1768718"/>
                  <a:pt x="991903" y="1786741"/>
                </a:cubicBezTo>
                <a:cubicBezTo>
                  <a:pt x="966383" y="1781126"/>
                  <a:pt x="949501" y="1800915"/>
                  <a:pt x="883960" y="1809389"/>
                </a:cubicBezTo>
                <a:cubicBezTo>
                  <a:pt x="836064" y="1808194"/>
                  <a:pt x="826980" y="1826610"/>
                  <a:pt x="766531" y="1805053"/>
                </a:cubicBezTo>
                <a:cubicBezTo>
                  <a:pt x="732778" y="1801141"/>
                  <a:pt x="694055" y="1787044"/>
                  <a:pt x="669779" y="1800537"/>
                </a:cubicBezTo>
                <a:cubicBezTo>
                  <a:pt x="645252" y="1794709"/>
                  <a:pt x="563495" y="1813232"/>
                  <a:pt x="523898" y="1811085"/>
                </a:cubicBezTo>
                <a:cubicBezTo>
                  <a:pt x="457555" y="1798530"/>
                  <a:pt x="395227" y="1824052"/>
                  <a:pt x="360251" y="1830735"/>
                </a:cubicBezTo>
                <a:cubicBezTo>
                  <a:pt x="313564" y="1825583"/>
                  <a:pt x="298281" y="1811622"/>
                  <a:pt x="255207" y="1818275"/>
                </a:cubicBezTo>
                <a:cubicBezTo>
                  <a:pt x="206572" y="1839769"/>
                  <a:pt x="160277" y="1836800"/>
                  <a:pt x="101803" y="1870647"/>
                </a:cubicBezTo>
                <a:cubicBezTo>
                  <a:pt x="85849" y="1910002"/>
                  <a:pt x="27997" y="1845258"/>
                  <a:pt x="25397" y="1888443"/>
                </a:cubicBezTo>
                <a:cubicBezTo>
                  <a:pt x="19096" y="1881154"/>
                  <a:pt x="11260" y="1878398"/>
                  <a:pt x="2370" y="1878311"/>
                </a:cubicBezTo>
                <a:lnTo>
                  <a:pt x="0" y="1878785"/>
                </a:lnTo>
                <a:lnTo>
                  <a:pt x="0" y="0"/>
                </a:lnTo>
                <a:close/>
              </a:path>
            </a:pathLst>
          </a:custGeom>
          <a:solidFill>
            <a:srgbClr val="82766A">
              <a:alpha val="15000"/>
            </a:srgbClr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78D4DE35-69A8-1CF7-D322-BBF82470B8F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77746" y="473898"/>
            <a:ext cx="8244202" cy="1330841"/>
          </a:xfrm>
        </p:spPr>
        <p:txBody>
          <a:bodyPr>
            <a:normAutofit/>
          </a:bodyPr>
          <a:lstStyle/>
          <a:p>
            <a:r>
              <a:rPr lang="ru-RU" b="1">
                <a:ea typeface="+mj-lt"/>
                <a:cs typeface="+mj-lt"/>
              </a:rPr>
              <a:t>Цель и задачи разработки</a:t>
            </a:r>
            <a:endParaRPr lang="ru-RU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EBFB2DDA-9E38-C036-6593-B57C41A6842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77747" y="2198362"/>
            <a:ext cx="5418253" cy="3917773"/>
          </a:xfrm>
        </p:spPr>
        <p:txBody>
          <a:bodyPr vert="horz" lIns="91440" tIns="45720" rIns="91440" bIns="45720" rtlCol="0" anchor="t">
            <a:normAutofit/>
          </a:bodyPr>
          <a:lstStyle/>
          <a:p>
            <a:pPr marL="0" indent="0">
              <a:buNone/>
            </a:pPr>
            <a:r>
              <a:rPr lang="en-US" sz="1800" dirty="0">
                <a:ea typeface="+mn-lt"/>
                <a:cs typeface="+mn-lt"/>
              </a:rPr>
              <a:t>Разработка </a:t>
            </a:r>
            <a:r>
              <a:rPr lang="en-US" sz="1800" dirty="0" err="1">
                <a:ea typeface="+mn-lt"/>
                <a:cs typeface="+mn-lt"/>
              </a:rPr>
              <a:t>современного</a:t>
            </a:r>
            <a:r>
              <a:rPr lang="en-US" sz="1800" dirty="0">
                <a:ea typeface="+mn-lt"/>
                <a:cs typeface="+mn-lt"/>
              </a:rPr>
              <a:t> </a:t>
            </a:r>
            <a:r>
              <a:rPr lang="en-US" sz="1800" dirty="0" err="1">
                <a:ea typeface="+mn-lt"/>
                <a:cs typeface="+mn-lt"/>
              </a:rPr>
              <a:t>интернет-магазина</a:t>
            </a:r>
            <a:r>
              <a:rPr lang="en-US" sz="1800" dirty="0">
                <a:ea typeface="+mn-lt"/>
                <a:cs typeface="+mn-lt"/>
              </a:rPr>
              <a:t> </a:t>
            </a:r>
            <a:r>
              <a:rPr lang="en-US" sz="1800" dirty="0" err="1">
                <a:ea typeface="+mn-lt"/>
                <a:cs typeface="+mn-lt"/>
              </a:rPr>
              <a:t>спортивной</a:t>
            </a:r>
            <a:r>
              <a:rPr lang="en-US" sz="1800" dirty="0">
                <a:ea typeface="+mn-lt"/>
                <a:cs typeface="+mn-lt"/>
              </a:rPr>
              <a:t> </a:t>
            </a:r>
            <a:r>
              <a:rPr lang="en-US" sz="1800" dirty="0" err="1">
                <a:ea typeface="+mn-lt"/>
                <a:cs typeface="+mn-lt"/>
              </a:rPr>
              <a:t>одежды</a:t>
            </a:r>
            <a:r>
              <a:rPr lang="en-US" sz="1800" dirty="0">
                <a:ea typeface="+mn-lt"/>
                <a:cs typeface="+mn-lt"/>
              </a:rPr>
              <a:t> с </a:t>
            </a:r>
            <a:r>
              <a:rPr lang="en-US" sz="1800" dirty="0" err="1">
                <a:ea typeface="+mn-lt"/>
                <a:cs typeface="+mn-lt"/>
              </a:rPr>
              <a:t>использованием</a:t>
            </a:r>
            <a:r>
              <a:rPr lang="en-US" sz="1800" dirty="0">
                <a:ea typeface="+mn-lt"/>
                <a:cs typeface="+mn-lt"/>
              </a:rPr>
              <a:t> HTML, CSS и JavaScript.</a:t>
            </a:r>
            <a:endParaRPr lang="en-US" sz="1800" dirty="0"/>
          </a:p>
          <a:p>
            <a:pPr marL="0" indent="0">
              <a:buNone/>
            </a:pPr>
            <a:r>
              <a:rPr lang="en-US" sz="1800" b="1" dirty="0" err="1"/>
              <a:t>Основные</a:t>
            </a:r>
            <a:r>
              <a:rPr lang="en-US" sz="1800" b="1" dirty="0"/>
              <a:t> </a:t>
            </a:r>
            <a:r>
              <a:rPr lang="en-US" sz="1800" b="1" dirty="0" err="1"/>
              <a:t>задачи</a:t>
            </a:r>
            <a:endParaRPr lang="en-US" sz="1800" b="1" dirty="0"/>
          </a:p>
          <a:p>
            <a:r>
              <a:rPr lang="en-US" sz="1800" dirty="0" err="1">
                <a:ea typeface="+mn-lt"/>
                <a:cs typeface="+mn-lt"/>
              </a:rPr>
              <a:t>Изучение</a:t>
            </a:r>
            <a:r>
              <a:rPr lang="en-US" sz="1800" dirty="0">
                <a:ea typeface="+mn-lt"/>
                <a:cs typeface="+mn-lt"/>
              </a:rPr>
              <a:t> web-</a:t>
            </a:r>
            <a:r>
              <a:rPr lang="en-US" sz="1800" dirty="0" err="1">
                <a:ea typeface="+mn-lt"/>
                <a:cs typeface="+mn-lt"/>
              </a:rPr>
              <a:t>технологий</a:t>
            </a:r>
            <a:r>
              <a:rPr lang="en-US" sz="1800" dirty="0">
                <a:ea typeface="+mn-lt"/>
                <a:cs typeface="+mn-lt"/>
              </a:rPr>
              <a:t> </a:t>
            </a:r>
            <a:endParaRPr lang="en-US" sz="1800" dirty="0"/>
          </a:p>
          <a:p>
            <a:r>
              <a:rPr lang="en-US" sz="1800" dirty="0">
                <a:ea typeface="+mn-lt"/>
                <a:cs typeface="+mn-lt"/>
              </a:rPr>
              <a:t>Создание </a:t>
            </a:r>
            <a:r>
              <a:rPr lang="en-US" sz="1800" dirty="0" err="1">
                <a:ea typeface="+mn-lt"/>
                <a:cs typeface="+mn-lt"/>
              </a:rPr>
              <a:t>структуры</a:t>
            </a:r>
            <a:r>
              <a:rPr lang="en-US" sz="1800" dirty="0">
                <a:ea typeface="+mn-lt"/>
                <a:cs typeface="+mn-lt"/>
              </a:rPr>
              <a:t> </a:t>
            </a:r>
            <a:r>
              <a:rPr lang="en-US" sz="1800" dirty="0" err="1">
                <a:ea typeface="+mn-lt"/>
                <a:cs typeface="+mn-lt"/>
              </a:rPr>
              <a:t>сайта</a:t>
            </a:r>
            <a:r>
              <a:rPr lang="en-US" sz="1800" dirty="0">
                <a:ea typeface="+mn-lt"/>
                <a:cs typeface="+mn-lt"/>
              </a:rPr>
              <a:t> </a:t>
            </a:r>
            <a:endParaRPr lang="en-US" sz="1800" dirty="0"/>
          </a:p>
          <a:p>
            <a:r>
              <a:rPr lang="en-US" sz="1800" dirty="0">
                <a:ea typeface="+mn-lt"/>
                <a:cs typeface="+mn-lt"/>
              </a:rPr>
              <a:t>Разработка </a:t>
            </a:r>
            <a:r>
              <a:rPr lang="en-US" sz="1800" dirty="0" err="1">
                <a:ea typeface="+mn-lt"/>
                <a:cs typeface="+mn-lt"/>
              </a:rPr>
              <a:t>каталога</a:t>
            </a:r>
            <a:r>
              <a:rPr lang="en-US" sz="1800" dirty="0">
                <a:ea typeface="+mn-lt"/>
                <a:cs typeface="+mn-lt"/>
              </a:rPr>
              <a:t> </a:t>
            </a:r>
            <a:r>
              <a:rPr lang="en-US" sz="1800" dirty="0" err="1">
                <a:ea typeface="+mn-lt"/>
                <a:cs typeface="+mn-lt"/>
              </a:rPr>
              <a:t>товаров</a:t>
            </a:r>
            <a:r>
              <a:rPr lang="en-US" sz="1800" dirty="0">
                <a:ea typeface="+mn-lt"/>
                <a:cs typeface="+mn-lt"/>
              </a:rPr>
              <a:t> </a:t>
            </a:r>
            <a:endParaRPr lang="en-US" sz="1800" dirty="0"/>
          </a:p>
          <a:p>
            <a:r>
              <a:rPr lang="en-US" sz="1800" dirty="0" err="1">
                <a:ea typeface="+mn-lt"/>
                <a:cs typeface="+mn-lt"/>
              </a:rPr>
              <a:t>Реализация</a:t>
            </a:r>
            <a:r>
              <a:rPr lang="en-US" sz="1800" dirty="0">
                <a:ea typeface="+mn-lt"/>
                <a:cs typeface="+mn-lt"/>
              </a:rPr>
              <a:t> </a:t>
            </a:r>
            <a:r>
              <a:rPr lang="en-US" sz="1800" dirty="0" err="1">
                <a:ea typeface="+mn-lt"/>
                <a:cs typeface="+mn-lt"/>
              </a:rPr>
              <a:t>поиска</a:t>
            </a:r>
            <a:r>
              <a:rPr lang="en-US" sz="1800" dirty="0">
                <a:ea typeface="+mn-lt"/>
                <a:cs typeface="+mn-lt"/>
              </a:rPr>
              <a:t> и </a:t>
            </a:r>
            <a:r>
              <a:rPr lang="en-US" sz="1800" dirty="0" err="1">
                <a:ea typeface="+mn-lt"/>
                <a:cs typeface="+mn-lt"/>
              </a:rPr>
              <a:t>фильтрации</a:t>
            </a:r>
            <a:r>
              <a:rPr lang="en-US" sz="1800" dirty="0">
                <a:ea typeface="+mn-lt"/>
                <a:cs typeface="+mn-lt"/>
              </a:rPr>
              <a:t> </a:t>
            </a:r>
            <a:endParaRPr lang="en-US" sz="1800" dirty="0"/>
          </a:p>
          <a:p>
            <a:r>
              <a:rPr lang="en-US" sz="1800" dirty="0">
                <a:ea typeface="+mn-lt"/>
                <a:cs typeface="+mn-lt"/>
              </a:rPr>
              <a:t>Создание </a:t>
            </a:r>
            <a:r>
              <a:rPr lang="en-US" sz="1800" dirty="0" err="1">
                <a:ea typeface="+mn-lt"/>
                <a:cs typeface="+mn-lt"/>
              </a:rPr>
              <a:t>формы</a:t>
            </a:r>
            <a:r>
              <a:rPr lang="en-US" sz="1800" dirty="0">
                <a:ea typeface="+mn-lt"/>
                <a:cs typeface="+mn-lt"/>
              </a:rPr>
              <a:t> </a:t>
            </a:r>
            <a:r>
              <a:rPr lang="en-US" sz="1800" dirty="0" err="1">
                <a:ea typeface="+mn-lt"/>
                <a:cs typeface="+mn-lt"/>
              </a:rPr>
              <a:t>обратной</a:t>
            </a:r>
            <a:r>
              <a:rPr lang="en-US" sz="1800" dirty="0">
                <a:ea typeface="+mn-lt"/>
                <a:cs typeface="+mn-lt"/>
              </a:rPr>
              <a:t> </a:t>
            </a:r>
            <a:r>
              <a:rPr lang="en-US" sz="1800" dirty="0" err="1">
                <a:ea typeface="+mn-lt"/>
                <a:cs typeface="+mn-lt"/>
              </a:rPr>
              <a:t>связи</a:t>
            </a:r>
            <a:r>
              <a:rPr lang="en-US" sz="1800" dirty="0">
                <a:ea typeface="+mn-lt"/>
                <a:cs typeface="+mn-lt"/>
              </a:rPr>
              <a:t> </a:t>
            </a:r>
            <a:endParaRPr lang="en-US" sz="1800" dirty="0"/>
          </a:p>
          <a:p>
            <a:r>
              <a:rPr lang="en-US" sz="1800" dirty="0" err="1">
                <a:ea typeface="+mn-lt"/>
                <a:cs typeface="+mn-lt"/>
              </a:rPr>
              <a:t>Добавление</a:t>
            </a:r>
            <a:r>
              <a:rPr lang="en-US" sz="1800" dirty="0">
                <a:ea typeface="+mn-lt"/>
                <a:cs typeface="+mn-lt"/>
              </a:rPr>
              <a:t> </a:t>
            </a:r>
            <a:r>
              <a:rPr lang="en-US" sz="1800" dirty="0" err="1">
                <a:ea typeface="+mn-lt"/>
                <a:cs typeface="+mn-lt"/>
              </a:rPr>
              <a:t>интерактивного</a:t>
            </a:r>
            <a:r>
              <a:rPr lang="en-US" sz="1800" dirty="0">
                <a:ea typeface="+mn-lt"/>
                <a:cs typeface="+mn-lt"/>
              </a:rPr>
              <a:t> </a:t>
            </a:r>
            <a:r>
              <a:rPr lang="en-US" sz="1800" dirty="0" err="1">
                <a:ea typeface="+mn-lt"/>
                <a:cs typeface="+mn-lt"/>
              </a:rPr>
              <a:t>функционала</a:t>
            </a:r>
            <a:endParaRPr lang="en-US" sz="1800" dirty="0" err="1"/>
          </a:p>
          <a:p>
            <a:endParaRPr lang="en-US" sz="1900"/>
          </a:p>
        </p:txBody>
      </p:sp>
      <p:pic>
        <p:nvPicPr>
          <p:cNvPr id="4" name="Объект 3" descr="Изображение выглядит как текст, снимок экрана, Мультимедийное программное обеспечение, программное обеспечение&#10;&#10;Содержимое, созданное искусственным интеллектом, может быть неверным.">
            <a:extLst>
              <a:ext uri="{FF2B5EF4-FFF2-40B4-BE49-F238E27FC236}">
                <a16:creationId xmlns:a16="http://schemas.microsoft.com/office/drawing/2014/main" id="{311565D9-8FD8-0AA4-F983-FDBC3F3650BA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1394"/>
          <a:stretch>
            <a:fillRect/>
          </a:stretch>
        </p:blipFill>
        <p:spPr>
          <a:xfrm>
            <a:off x="6333148" y="2203888"/>
            <a:ext cx="5425243" cy="3425692"/>
          </a:xfrm>
          <a:prstGeom prst="rect">
            <a:avLst/>
          </a:prstGeom>
        </p:spPr>
      </p:pic>
      <p:sp>
        <p:nvSpPr>
          <p:cNvPr id="22" name="Freeform: Shape 21">
            <a:extLst>
              <a:ext uri="{FF2B5EF4-FFF2-40B4-BE49-F238E27FC236}">
                <a16:creationId xmlns:a16="http://schemas.microsoft.com/office/drawing/2014/main" id="{9A0D773F-7A7D-4DBB-9DEA-86BB8B8F4BC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>
            <a:off x="5381624" y="6209414"/>
            <a:ext cx="6810375" cy="648586"/>
          </a:xfrm>
          <a:custGeom>
            <a:avLst/>
            <a:gdLst>
              <a:gd name="connsiteX0" fmla="*/ 0 w 10753706"/>
              <a:gd name="connsiteY0" fmla="*/ 0 h 1027260"/>
              <a:gd name="connsiteX1" fmla="*/ 10753706 w 10753706"/>
              <a:gd name="connsiteY1" fmla="*/ 0 h 1027260"/>
              <a:gd name="connsiteX2" fmla="*/ 10748809 w 10753706"/>
              <a:gd name="connsiteY2" fmla="*/ 2522 h 1027260"/>
              <a:gd name="connsiteX3" fmla="*/ 10725330 w 10753706"/>
              <a:gd name="connsiteY3" fmla="*/ 11977 h 1027260"/>
              <a:gd name="connsiteX4" fmla="*/ 10615423 w 10753706"/>
              <a:gd name="connsiteY4" fmla="*/ 52967 h 1027260"/>
              <a:gd name="connsiteX5" fmla="*/ 10533936 w 10753706"/>
              <a:gd name="connsiteY5" fmla="*/ 53095 h 1027260"/>
              <a:gd name="connsiteX6" fmla="*/ 10466876 w 10753706"/>
              <a:gd name="connsiteY6" fmla="*/ 45180 h 1027260"/>
              <a:gd name="connsiteX7" fmla="*/ 10355090 w 10753706"/>
              <a:gd name="connsiteY7" fmla="*/ 89741 h 1027260"/>
              <a:gd name="connsiteX8" fmla="*/ 10087145 w 10753706"/>
              <a:gd name="connsiteY8" fmla="*/ 66115 h 1027260"/>
              <a:gd name="connsiteX9" fmla="*/ 10015902 w 10753706"/>
              <a:gd name="connsiteY9" fmla="*/ 76178 h 1027260"/>
              <a:gd name="connsiteX10" fmla="*/ 9806005 w 10753706"/>
              <a:gd name="connsiteY10" fmla="*/ 102435 h 1027260"/>
              <a:gd name="connsiteX11" fmla="*/ 9602583 w 10753706"/>
              <a:gd name="connsiteY11" fmla="*/ 179170 h 1027260"/>
              <a:gd name="connsiteX12" fmla="*/ 9469719 w 10753706"/>
              <a:gd name="connsiteY12" fmla="*/ 174721 h 1027260"/>
              <a:gd name="connsiteX13" fmla="*/ 9408692 w 10753706"/>
              <a:gd name="connsiteY13" fmla="*/ 189513 h 1027260"/>
              <a:gd name="connsiteX14" fmla="*/ 9364151 w 10753706"/>
              <a:gd name="connsiteY14" fmla="*/ 194072 h 1027260"/>
              <a:gd name="connsiteX15" fmla="*/ 9337751 w 10753706"/>
              <a:gd name="connsiteY15" fmla="*/ 197579 h 1027260"/>
              <a:gd name="connsiteX16" fmla="*/ 9297166 w 10753706"/>
              <a:gd name="connsiteY16" fmla="*/ 216558 h 1027260"/>
              <a:gd name="connsiteX17" fmla="*/ 9123859 w 10753706"/>
              <a:gd name="connsiteY17" fmla="*/ 237356 h 1027260"/>
              <a:gd name="connsiteX18" fmla="*/ 8950741 w 10753706"/>
              <a:gd name="connsiteY18" fmla="*/ 238020 h 1027260"/>
              <a:gd name="connsiteX19" fmla="*/ 8718236 w 10753706"/>
              <a:gd name="connsiteY19" fmla="*/ 303148 h 1027260"/>
              <a:gd name="connsiteX20" fmla="*/ 8694011 w 10753706"/>
              <a:gd name="connsiteY20" fmla="*/ 308812 h 1027260"/>
              <a:gd name="connsiteX21" fmla="*/ 8611976 w 10753706"/>
              <a:gd name="connsiteY21" fmla="*/ 324819 h 1027260"/>
              <a:gd name="connsiteX22" fmla="*/ 8562074 w 10753706"/>
              <a:gd name="connsiteY22" fmla="*/ 337971 h 1027260"/>
              <a:gd name="connsiteX23" fmla="*/ 8501724 w 10753706"/>
              <a:gd name="connsiteY23" fmla="*/ 360865 h 1027260"/>
              <a:gd name="connsiteX24" fmla="*/ 8504489 w 10753706"/>
              <a:gd name="connsiteY24" fmla="*/ 364790 h 1027260"/>
              <a:gd name="connsiteX25" fmla="*/ 8492774 w 10753706"/>
              <a:gd name="connsiteY25" fmla="*/ 366181 h 1027260"/>
              <a:gd name="connsiteX26" fmla="*/ 8466405 w 10753706"/>
              <a:gd name="connsiteY26" fmla="*/ 368724 h 1027260"/>
              <a:gd name="connsiteX27" fmla="*/ 8427069 w 10753706"/>
              <a:gd name="connsiteY27" fmla="*/ 387211 h 1027260"/>
              <a:gd name="connsiteX28" fmla="*/ 8387766 w 10753706"/>
              <a:gd name="connsiteY28" fmla="*/ 377161 h 1027260"/>
              <a:gd name="connsiteX29" fmla="*/ 8315874 w 10753706"/>
              <a:gd name="connsiteY29" fmla="*/ 395527 h 1027260"/>
              <a:gd name="connsiteX30" fmla="*/ 8274474 w 10753706"/>
              <a:gd name="connsiteY30" fmla="*/ 405112 h 1027260"/>
              <a:gd name="connsiteX31" fmla="*/ 8234664 w 10753706"/>
              <a:gd name="connsiteY31" fmla="*/ 410219 h 1027260"/>
              <a:gd name="connsiteX32" fmla="*/ 8211268 w 10753706"/>
              <a:gd name="connsiteY32" fmla="*/ 416791 h 1027260"/>
              <a:gd name="connsiteX33" fmla="*/ 8188615 w 10753706"/>
              <a:gd name="connsiteY33" fmla="*/ 421755 h 1027260"/>
              <a:gd name="connsiteX34" fmla="*/ 8179981 w 10753706"/>
              <a:gd name="connsiteY34" fmla="*/ 420402 h 1027260"/>
              <a:gd name="connsiteX35" fmla="*/ 8179307 w 10753706"/>
              <a:gd name="connsiteY35" fmla="*/ 422516 h 1027260"/>
              <a:gd name="connsiteX36" fmla="*/ 8147929 w 10753706"/>
              <a:gd name="connsiteY36" fmla="*/ 450302 h 1027260"/>
              <a:gd name="connsiteX37" fmla="*/ 8089136 w 10753706"/>
              <a:gd name="connsiteY37" fmla="*/ 465283 h 1027260"/>
              <a:gd name="connsiteX38" fmla="*/ 8049973 w 10753706"/>
              <a:gd name="connsiteY38" fmla="*/ 454121 h 1027260"/>
              <a:gd name="connsiteX39" fmla="*/ 7965913 w 10753706"/>
              <a:gd name="connsiteY39" fmla="*/ 464415 h 1027260"/>
              <a:gd name="connsiteX40" fmla="*/ 7945093 w 10753706"/>
              <a:gd name="connsiteY40" fmla="*/ 464798 h 1027260"/>
              <a:gd name="connsiteX41" fmla="*/ 7935335 w 10753706"/>
              <a:gd name="connsiteY41" fmla="*/ 462442 h 1027260"/>
              <a:gd name="connsiteX42" fmla="*/ 7904779 w 10753706"/>
              <a:gd name="connsiteY42" fmla="*/ 471429 h 1027260"/>
              <a:gd name="connsiteX43" fmla="*/ 7855604 w 10753706"/>
              <a:gd name="connsiteY43" fmla="*/ 480199 h 1027260"/>
              <a:gd name="connsiteX44" fmla="*/ 7832630 w 10753706"/>
              <a:gd name="connsiteY44" fmla="*/ 485371 h 1027260"/>
              <a:gd name="connsiteX45" fmla="*/ 7812438 w 10753706"/>
              <a:gd name="connsiteY45" fmla="*/ 485391 h 1027260"/>
              <a:gd name="connsiteX46" fmla="*/ 7701399 w 10753706"/>
              <a:gd name="connsiteY46" fmla="*/ 495197 h 1027260"/>
              <a:gd name="connsiteX47" fmla="*/ 7674778 w 10753706"/>
              <a:gd name="connsiteY47" fmla="*/ 494723 h 1027260"/>
              <a:gd name="connsiteX48" fmla="*/ 7660445 w 10753706"/>
              <a:gd name="connsiteY48" fmla="*/ 490194 h 1027260"/>
              <a:gd name="connsiteX49" fmla="*/ 7651781 w 10753706"/>
              <a:gd name="connsiteY49" fmla="*/ 493084 h 1027260"/>
              <a:gd name="connsiteX50" fmla="*/ 7584807 w 10753706"/>
              <a:gd name="connsiteY50" fmla="*/ 499490 h 1027260"/>
              <a:gd name="connsiteX51" fmla="*/ 7541324 w 10753706"/>
              <a:gd name="connsiteY51" fmla="*/ 504184 h 1027260"/>
              <a:gd name="connsiteX52" fmla="*/ 7541756 w 10753706"/>
              <a:gd name="connsiteY52" fmla="*/ 512184 h 1027260"/>
              <a:gd name="connsiteX53" fmla="*/ 7503906 w 10753706"/>
              <a:gd name="connsiteY53" fmla="*/ 518551 h 1027260"/>
              <a:gd name="connsiteX54" fmla="*/ 7460411 w 10753706"/>
              <a:gd name="connsiteY54" fmla="*/ 517415 h 1027260"/>
              <a:gd name="connsiteX55" fmla="*/ 7460116 w 10753706"/>
              <a:gd name="connsiteY55" fmla="*/ 517548 h 1027260"/>
              <a:gd name="connsiteX56" fmla="*/ 7297810 w 10753706"/>
              <a:gd name="connsiteY56" fmla="*/ 563947 h 1027260"/>
              <a:gd name="connsiteX57" fmla="*/ 6946388 w 10753706"/>
              <a:gd name="connsiteY57" fmla="*/ 665244 h 1027260"/>
              <a:gd name="connsiteX58" fmla="*/ 6741704 w 10753706"/>
              <a:gd name="connsiteY58" fmla="*/ 679365 h 1027260"/>
              <a:gd name="connsiteX59" fmla="*/ 6624680 w 10753706"/>
              <a:gd name="connsiteY59" fmla="*/ 677674 h 1027260"/>
              <a:gd name="connsiteX60" fmla="*/ 6605700 w 10753706"/>
              <a:gd name="connsiteY60" fmla="*/ 683566 h 1027260"/>
              <a:gd name="connsiteX61" fmla="*/ 6576922 w 10753706"/>
              <a:gd name="connsiteY61" fmla="*/ 683030 h 1027260"/>
              <a:gd name="connsiteX62" fmla="*/ 6405123 w 10753706"/>
              <a:gd name="connsiteY62" fmla="*/ 721946 h 1027260"/>
              <a:gd name="connsiteX63" fmla="*/ 6368938 w 10753706"/>
              <a:gd name="connsiteY63" fmla="*/ 717341 h 1027260"/>
              <a:gd name="connsiteX64" fmla="*/ 6295102 w 10753706"/>
              <a:gd name="connsiteY64" fmla="*/ 729508 h 1027260"/>
              <a:gd name="connsiteX65" fmla="*/ 6202084 w 10753706"/>
              <a:gd name="connsiteY65" fmla="*/ 767091 h 1027260"/>
              <a:gd name="connsiteX66" fmla="*/ 6067157 w 10753706"/>
              <a:gd name="connsiteY66" fmla="*/ 790339 h 1027260"/>
              <a:gd name="connsiteX67" fmla="*/ 6061443 w 10753706"/>
              <a:gd name="connsiteY67" fmla="*/ 796151 h 1027260"/>
              <a:gd name="connsiteX68" fmla="*/ 6051406 w 10753706"/>
              <a:gd name="connsiteY68" fmla="*/ 800684 h 1027260"/>
              <a:gd name="connsiteX69" fmla="*/ 6049097 w 10753706"/>
              <a:gd name="connsiteY69" fmla="*/ 800636 h 1027260"/>
              <a:gd name="connsiteX70" fmla="*/ 6034222 w 10753706"/>
              <a:gd name="connsiteY70" fmla="*/ 804110 h 1027260"/>
              <a:gd name="connsiteX71" fmla="*/ 6033121 w 10753706"/>
              <a:gd name="connsiteY71" fmla="*/ 806078 h 1027260"/>
              <a:gd name="connsiteX72" fmla="*/ 6023593 w 10753706"/>
              <a:gd name="connsiteY72" fmla="*/ 808842 h 1027260"/>
              <a:gd name="connsiteX73" fmla="*/ 6006639 w 10753706"/>
              <a:gd name="connsiteY73" fmla="*/ 815304 h 1027260"/>
              <a:gd name="connsiteX74" fmla="*/ 6001762 w 10753706"/>
              <a:gd name="connsiteY74" fmla="*/ 815557 h 1027260"/>
              <a:gd name="connsiteX75" fmla="*/ 5973534 w 10753706"/>
              <a:gd name="connsiteY75" fmla="*/ 823815 h 1027260"/>
              <a:gd name="connsiteX76" fmla="*/ 5972336 w 10753706"/>
              <a:gd name="connsiteY76" fmla="*/ 823476 h 1027260"/>
              <a:gd name="connsiteX77" fmla="*/ 5960841 w 10753706"/>
              <a:gd name="connsiteY77" fmla="*/ 823819 h 1027260"/>
              <a:gd name="connsiteX78" fmla="*/ 5940719 w 10753706"/>
              <a:gd name="connsiteY78" fmla="*/ 825514 h 1027260"/>
              <a:gd name="connsiteX79" fmla="*/ 5884298 w 10753706"/>
              <a:gd name="connsiteY79" fmla="*/ 823806 h 1027260"/>
              <a:gd name="connsiteX80" fmla="*/ 5854779 w 10753706"/>
              <a:gd name="connsiteY80" fmla="*/ 832365 h 1027260"/>
              <a:gd name="connsiteX81" fmla="*/ 5848382 w 10753706"/>
              <a:gd name="connsiteY81" fmla="*/ 833844 h 1027260"/>
              <a:gd name="connsiteX82" fmla="*/ 5848066 w 10753706"/>
              <a:gd name="connsiteY82" fmla="*/ 833772 h 1027260"/>
              <a:gd name="connsiteX83" fmla="*/ 5840944 w 10753706"/>
              <a:gd name="connsiteY83" fmla="*/ 835132 h 1027260"/>
              <a:gd name="connsiteX84" fmla="*/ 5836719 w 10753706"/>
              <a:gd name="connsiteY84" fmla="*/ 836539 h 1027260"/>
              <a:gd name="connsiteX85" fmla="*/ 5824311 w 10753706"/>
              <a:gd name="connsiteY85" fmla="*/ 839408 h 1027260"/>
              <a:gd name="connsiteX86" fmla="*/ 5818788 w 10753706"/>
              <a:gd name="connsiteY86" fmla="*/ 839727 h 1027260"/>
              <a:gd name="connsiteX87" fmla="*/ 5763953 w 10753706"/>
              <a:gd name="connsiteY87" fmla="*/ 834282 h 1027260"/>
              <a:gd name="connsiteX88" fmla="*/ 5667748 w 10753706"/>
              <a:gd name="connsiteY88" fmla="*/ 840211 h 1027260"/>
              <a:gd name="connsiteX89" fmla="*/ 5573108 w 10753706"/>
              <a:gd name="connsiteY89" fmla="*/ 847611 h 1027260"/>
              <a:gd name="connsiteX90" fmla="*/ 5539137 w 10753706"/>
              <a:gd name="connsiteY90" fmla="*/ 851033 h 1027260"/>
              <a:gd name="connsiteX91" fmla="*/ 5510651 w 10753706"/>
              <a:gd name="connsiteY91" fmla="*/ 844215 h 1027260"/>
              <a:gd name="connsiteX92" fmla="*/ 5457331 w 10753706"/>
              <a:gd name="connsiteY92" fmla="*/ 839159 h 1027260"/>
              <a:gd name="connsiteX93" fmla="*/ 5410613 w 10753706"/>
              <a:gd name="connsiteY93" fmla="*/ 834358 h 1027260"/>
              <a:gd name="connsiteX94" fmla="*/ 5370040 w 10753706"/>
              <a:gd name="connsiteY94" fmla="*/ 862127 h 1027260"/>
              <a:gd name="connsiteX95" fmla="*/ 5318778 w 10753706"/>
              <a:gd name="connsiteY95" fmla="*/ 855310 h 1027260"/>
              <a:gd name="connsiteX96" fmla="*/ 5298645 w 10753706"/>
              <a:gd name="connsiteY96" fmla="*/ 855171 h 1027260"/>
              <a:gd name="connsiteX97" fmla="*/ 5253828 w 10753706"/>
              <a:gd name="connsiteY97" fmla="*/ 859670 h 1027260"/>
              <a:gd name="connsiteX98" fmla="*/ 5216955 w 10753706"/>
              <a:gd name="connsiteY98" fmla="*/ 866245 h 1027260"/>
              <a:gd name="connsiteX99" fmla="*/ 5214344 w 10753706"/>
              <a:gd name="connsiteY99" fmla="*/ 868102 h 1027260"/>
              <a:gd name="connsiteX100" fmla="*/ 5195561 w 10753706"/>
              <a:gd name="connsiteY100" fmla="*/ 869949 h 1027260"/>
              <a:gd name="connsiteX101" fmla="*/ 5182555 w 10753706"/>
              <a:gd name="connsiteY101" fmla="*/ 873542 h 1027260"/>
              <a:gd name="connsiteX102" fmla="*/ 5172552 w 10753706"/>
              <a:gd name="connsiteY102" fmla="*/ 878801 h 1027260"/>
              <a:gd name="connsiteX103" fmla="*/ 5027993 w 10753706"/>
              <a:gd name="connsiteY103" fmla="*/ 889666 h 1027260"/>
              <a:gd name="connsiteX104" fmla="*/ 4939844 w 10753706"/>
              <a:gd name="connsiteY104" fmla="*/ 934802 h 1027260"/>
              <a:gd name="connsiteX105" fmla="*/ 4792576 w 10753706"/>
              <a:gd name="connsiteY105" fmla="*/ 934820 h 1027260"/>
              <a:gd name="connsiteX106" fmla="*/ 4602423 w 10753706"/>
              <a:gd name="connsiteY106" fmla="*/ 958063 h 1027260"/>
              <a:gd name="connsiteX107" fmla="*/ 4290656 w 10753706"/>
              <a:gd name="connsiteY107" fmla="*/ 969152 h 1027260"/>
              <a:gd name="connsiteX108" fmla="*/ 3952334 w 10753706"/>
              <a:gd name="connsiteY108" fmla="*/ 954043 h 1027260"/>
              <a:gd name="connsiteX109" fmla="*/ 3858560 w 10753706"/>
              <a:gd name="connsiteY109" fmla="*/ 948781 h 1027260"/>
              <a:gd name="connsiteX110" fmla="*/ 3846597 w 10753706"/>
              <a:gd name="connsiteY110" fmla="*/ 948382 h 1027260"/>
              <a:gd name="connsiteX111" fmla="*/ 3736044 w 10753706"/>
              <a:gd name="connsiteY111" fmla="*/ 947759 h 1027260"/>
              <a:gd name="connsiteX112" fmla="*/ 3713136 w 10753706"/>
              <a:gd name="connsiteY112" fmla="*/ 946963 h 1027260"/>
              <a:gd name="connsiteX113" fmla="*/ 3695939 w 10753706"/>
              <a:gd name="connsiteY113" fmla="*/ 943639 h 1027260"/>
              <a:gd name="connsiteX114" fmla="*/ 3694125 w 10753706"/>
              <a:gd name="connsiteY114" fmla="*/ 940567 h 1027260"/>
              <a:gd name="connsiteX115" fmla="*/ 3681925 w 10753706"/>
              <a:gd name="connsiteY115" fmla="*/ 939706 h 1027260"/>
              <a:gd name="connsiteX116" fmla="*/ 3679204 w 10753706"/>
              <a:gd name="connsiteY116" fmla="*/ 938926 h 1027260"/>
              <a:gd name="connsiteX117" fmla="*/ 3615656 w 10753706"/>
              <a:gd name="connsiteY117" fmla="*/ 940320 h 1027260"/>
              <a:gd name="connsiteX118" fmla="*/ 3567983 w 10753706"/>
              <a:gd name="connsiteY118" fmla="*/ 935596 h 1027260"/>
              <a:gd name="connsiteX119" fmla="*/ 3422423 w 10753706"/>
              <a:gd name="connsiteY119" fmla="*/ 932129 h 1027260"/>
              <a:gd name="connsiteX120" fmla="*/ 3310925 w 10753706"/>
              <a:gd name="connsiteY120" fmla="*/ 911072 h 1027260"/>
              <a:gd name="connsiteX121" fmla="*/ 3139421 w 10753706"/>
              <a:gd name="connsiteY121" fmla="*/ 934151 h 1027260"/>
              <a:gd name="connsiteX122" fmla="*/ 2996922 w 10753706"/>
              <a:gd name="connsiteY122" fmla="*/ 927537 h 1027260"/>
              <a:gd name="connsiteX123" fmla="*/ 2982785 w 10753706"/>
              <a:gd name="connsiteY123" fmla="*/ 931453 h 1027260"/>
              <a:gd name="connsiteX124" fmla="*/ 2967478 w 10753706"/>
              <a:gd name="connsiteY124" fmla="*/ 933397 h 1027260"/>
              <a:gd name="connsiteX125" fmla="*/ 2948552 w 10753706"/>
              <a:gd name="connsiteY125" fmla="*/ 932961 h 1027260"/>
              <a:gd name="connsiteX126" fmla="*/ 2944404 w 10753706"/>
              <a:gd name="connsiteY126" fmla="*/ 934452 h 1027260"/>
              <a:gd name="connsiteX127" fmla="*/ 2908608 w 10753706"/>
              <a:gd name="connsiteY127" fmla="*/ 937205 h 1027260"/>
              <a:gd name="connsiteX128" fmla="*/ 2904443 w 10753706"/>
              <a:gd name="connsiteY128" fmla="*/ 936455 h 1027260"/>
              <a:gd name="connsiteX129" fmla="*/ 2868935 w 10753706"/>
              <a:gd name="connsiteY129" fmla="*/ 938022 h 1027260"/>
              <a:gd name="connsiteX130" fmla="*/ 2868586 w 10753706"/>
              <a:gd name="connsiteY130" fmla="*/ 937487 h 1027260"/>
              <a:gd name="connsiteX131" fmla="*/ 2859191 w 10753706"/>
              <a:gd name="connsiteY131" fmla="*/ 935503 h 1027260"/>
              <a:gd name="connsiteX132" fmla="*/ 2840915 w 10753706"/>
              <a:gd name="connsiteY132" fmla="*/ 932977 h 1027260"/>
              <a:gd name="connsiteX133" fmla="*/ 2763509 w 10753706"/>
              <a:gd name="connsiteY133" fmla="*/ 921850 h 1027260"/>
              <a:gd name="connsiteX134" fmla="*/ 2756121 w 10753706"/>
              <a:gd name="connsiteY134" fmla="*/ 921864 h 1027260"/>
              <a:gd name="connsiteX135" fmla="*/ 2755998 w 10753706"/>
              <a:gd name="connsiteY135" fmla="*/ 921739 h 1027260"/>
              <a:gd name="connsiteX136" fmla="*/ 2748255 w 10753706"/>
              <a:gd name="connsiteY136" fmla="*/ 921505 h 1027260"/>
              <a:gd name="connsiteX137" fmla="*/ 2694601 w 10753706"/>
              <a:gd name="connsiteY137" fmla="*/ 915575 h 1027260"/>
              <a:gd name="connsiteX138" fmla="*/ 2635357 w 10753706"/>
              <a:gd name="connsiteY138" fmla="*/ 910976 h 1027260"/>
              <a:gd name="connsiteX139" fmla="*/ 2601047 w 10753706"/>
              <a:gd name="connsiteY139" fmla="*/ 910263 h 1027260"/>
              <a:gd name="connsiteX140" fmla="*/ 2507482 w 10753706"/>
              <a:gd name="connsiteY140" fmla="*/ 906211 h 1027260"/>
              <a:gd name="connsiteX141" fmla="*/ 2413884 w 10753706"/>
              <a:gd name="connsiteY141" fmla="*/ 900545 h 1027260"/>
              <a:gd name="connsiteX142" fmla="*/ 2368912 w 10753706"/>
              <a:gd name="connsiteY142" fmla="*/ 888755 h 1027260"/>
              <a:gd name="connsiteX143" fmla="*/ 2349490 w 10753706"/>
              <a:gd name="connsiteY143" fmla="*/ 889719 h 1027260"/>
              <a:gd name="connsiteX144" fmla="*/ 2344290 w 10753706"/>
              <a:gd name="connsiteY144" fmla="*/ 890584 h 1027260"/>
              <a:gd name="connsiteX145" fmla="*/ 2336488 w 10753706"/>
              <a:gd name="connsiteY145" fmla="*/ 891058 h 1027260"/>
              <a:gd name="connsiteX146" fmla="*/ 2329015 w 10753706"/>
              <a:gd name="connsiteY146" fmla="*/ 891627 h 1027260"/>
              <a:gd name="connsiteX147" fmla="*/ 2293898 w 10753706"/>
              <a:gd name="connsiteY147" fmla="*/ 896431 h 1027260"/>
              <a:gd name="connsiteX148" fmla="*/ 2243927 w 10753706"/>
              <a:gd name="connsiteY148" fmla="*/ 888076 h 1027260"/>
              <a:gd name="connsiteX149" fmla="*/ 2223920 w 10753706"/>
              <a:gd name="connsiteY149" fmla="*/ 887331 h 1027260"/>
              <a:gd name="connsiteX150" fmla="*/ 2213081 w 10753706"/>
              <a:gd name="connsiteY150" fmla="*/ 886302 h 1027260"/>
              <a:gd name="connsiteX151" fmla="*/ 2212307 w 10753706"/>
              <a:gd name="connsiteY151" fmla="*/ 885829 h 1027260"/>
              <a:gd name="connsiteX152" fmla="*/ 2152321 w 10753706"/>
              <a:gd name="connsiteY152" fmla="*/ 894418 h 1027260"/>
              <a:gd name="connsiteX153" fmla="*/ 2140985 w 10753706"/>
              <a:gd name="connsiteY153" fmla="*/ 895968 h 1027260"/>
              <a:gd name="connsiteX154" fmla="*/ 2121210 w 10753706"/>
              <a:gd name="connsiteY154" fmla="*/ 899354 h 1027260"/>
              <a:gd name="connsiteX155" fmla="*/ 2119146 w 10753706"/>
              <a:gd name="connsiteY155" fmla="*/ 899033 h 1027260"/>
              <a:gd name="connsiteX156" fmla="*/ 2105666 w 10753706"/>
              <a:gd name="connsiteY156" fmla="*/ 902240 h 1027260"/>
              <a:gd name="connsiteX157" fmla="*/ 2094924 w 10753706"/>
              <a:gd name="connsiteY157" fmla="*/ 907203 h 1027260"/>
              <a:gd name="connsiteX158" fmla="*/ 1949478 w 10753706"/>
              <a:gd name="connsiteY158" fmla="*/ 913748 h 1027260"/>
              <a:gd name="connsiteX159" fmla="*/ 1749684 w 10753706"/>
              <a:gd name="connsiteY159" fmla="*/ 942223 h 1027260"/>
              <a:gd name="connsiteX160" fmla="*/ 1585576 w 10753706"/>
              <a:gd name="connsiteY160" fmla="*/ 954170 h 1027260"/>
              <a:gd name="connsiteX161" fmla="*/ 1476250 w 10753706"/>
              <a:gd name="connsiteY161" fmla="*/ 950653 h 1027260"/>
              <a:gd name="connsiteX162" fmla="*/ 1433927 w 10753706"/>
              <a:gd name="connsiteY162" fmla="*/ 959926 h 1027260"/>
              <a:gd name="connsiteX163" fmla="*/ 1414893 w 10753706"/>
              <a:gd name="connsiteY163" fmla="*/ 957671 h 1027260"/>
              <a:gd name="connsiteX164" fmla="*/ 1411585 w 10753706"/>
              <a:gd name="connsiteY164" fmla="*/ 957179 h 1027260"/>
              <a:gd name="connsiteX165" fmla="*/ 1398896 w 10753706"/>
              <a:gd name="connsiteY165" fmla="*/ 957460 h 1027260"/>
              <a:gd name="connsiteX166" fmla="*/ 1394632 w 10753706"/>
              <a:gd name="connsiteY166" fmla="*/ 954725 h 1027260"/>
              <a:gd name="connsiteX167" fmla="*/ 1375043 w 10753706"/>
              <a:gd name="connsiteY167" fmla="*/ 953132 h 1027260"/>
              <a:gd name="connsiteX168" fmla="*/ 1351876 w 10753706"/>
              <a:gd name="connsiteY168" fmla="*/ 954436 h 1027260"/>
              <a:gd name="connsiteX169" fmla="*/ 1242676 w 10753706"/>
              <a:gd name="connsiteY169" fmla="*/ 963767 h 1027260"/>
              <a:gd name="connsiteX170" fmla="*/ 1205993 w 10753706"/>
              <a:gd name="connsiteY170" fmla="*/ 974080 h 1027260"/>
              <a:gd name="connsiteX171" fmla="*/ 1052221 w 10753706"/>
              <a:gd name="connsiteY171" fmla="*/ 963954 h 1027260"/>
              <a:gd name="connsiteX172" fmla="*/ 968270 w 10753706"/>
              <a:gd name="connsiteY172" fmla="*/ 964761 h 1027260"/>
              <a:gd name="connsiteX173" fmla="*/ 874493 w 10753706"/>
              <a:gd name="connsiteY173" fmla="*/ 998122 h 1027260"/>
              <a:gd name="connsiteX174" fmla="*/ 814411 w 10753706"/>
              <a:gd name="connsiteY174" fmla="*/ 1007391 h 1027260"/>
              <a:gd name="connsiteX175" fmla="*/ 688604 w 10753706"/>
              <a:gd name="connsiteY175" fmla="*/ 1015631 h 1027260"/>
              <a:gd name="connsiteX176" fmla="*/ 618171 w 10753706"/>
              <a:gd name="connsiteY176" fmla="*/ 1027260 h 1027260"/>
              <a:gd name="connsiteX177" fmla="*/ 570379 w 10753706"/>
              <a:gd name="connsiteY177" fmla="*/ 1023487 h 1027260"/>
              <a:gd name="connsiteX178" fmla="*/ 482519 w 10753706"/>
              <a:gd name="connsiteY178" fmla="*/ 1002108 h 1027260"/>
              <a:gd name="connsiteX179" fmla="*/ 475319 w 10753706"/>
              <a:gd name="connsiteY179" fmla="*/ 1009922 h 1027260"/>
              <a:gd name="connsiteX180" fmla="*/ 431104 w 10753706"/>
              <a:gd name="connsiteY180" fmla="*/ 1009317 h 1027260"/>
              <a:gd name="connsiteX181" fmla="*/ 363782 w 10753706"/>
              <a:gd name="connsiteY181" fmla="*/ 1007585 h 1027260"/>
              <a:gd name="connsiteX182" fmla="*/ 325533 w 10753706"/>
              <a:gd name="connsiteY182" fmla="*/ 1008502 h 1027260"/>
              <a:gd name="connsiteX183" fmla="*/ 220429 w 10753706"/>
              <a:gd name="connsiteY183" fmla="*/ 1008927 h 1027260"/>
              <a:gd name="connsiteX184" fmla="*/ 114676 w 10753706"/>
              <a:gd name="connsiteY184" fmla="*/ 1007765 h 1027260"/>
              <a:gd name="connsiteX185" fmla="*/ 13470 w 10753706"/>
              <a:gd name="connsiteY185" fmla="*/ 998544 h 1027260"/>
              <a:gd name="connsiteX186" fmla="*/ 0 w 10753706"/>
              <a:gd name="connsiteY186" fmla="*/ 997355 h 102726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</a:cxnLst>
            <a:rect l="l" t="t" r="r" b="b"/>
            <a:pathLst>
              <a:path w="10753706" h="1027260">
                <a:moveTo>
                  <a:pt x="0" y="0"/>
                </a:moveTo>
                <a:lnTo>
                  <a:pt x="10753706" y="0"/>
                </a:lnTo>
                <a:lnTo>
                  <a:pt x="10748809" y="2522"/>
                </a:lnTo>
                <a:cubicBezTo>
                  <a:pt x="10744031" y="4644"/>
                  <a:pt x="10737551" y="7204"/>
                  <a:pt x="10725330" y="11977"/>
                </a:cubicBezTo>
                <a:cubicBezTo>
                  <a:pt x="10700888" y="21523"/>
                  <a:pt x="10652058" y="39304"/>
                  <a:pt x="10615423" y="52967"/>
                </a:cubicBezTo>
                <a:cubicBezTo>
                  <a:pt x="10598524" y="49017"/>
                  <a:pt x="10550674" y="61360"/>
                  <a:pt x="10533936" y="53095"/>
                </a:cubicBezTo>
                <a:cubicBezTo>
                  <a:pt x="10519435" y="55674"/>
                  <a:pt x="10480156" y="49393"/>
                  <a:pt x="10466876" y="45180"/>
                </a:cubicBezTo>
                <a:cubicBezTo>
                  <a:pt x="10443145" y="68059"/>
                  <a:pt x="10382269" y="71294"/>
                  <a:pt x="10355090" y="89741"/>
                </a:cubicBezTo>
                <a:cubicBezTo>
                  <a:pt x="10286222" y="95376"/>
                  <a:pt x="10146285" y="63529"/>
                  <a:pt x="10087145" y="66115"/>
                </a:cubicBezTo>
                <a:cubicBezTo>
                  <a:pt x="10067575" y="79584"/>
                  <a:pt x="10043111" y="68921"/>
                  <a:pt x="10015902" y="76178"/>
                </a:cubicBezTo>
                <a:cubicBezTo>
                  <a:pt x="9952302" y="84628"/>
                  <a:pt x="9893286" y="103337"/>
                  <a:pt x="9806005" y="102435"/>
                </a:cubicBezTo>
                <a:cubicBezTo>
                  <a:pt x="9782247" y="141133"/>
                  <a:pt x="9674787" y="151643"/>
                  <a:pt x="9602583" y="179170"/>
                </a:cubicBezTo>
                <a:cubicBezTo>
                  <a:pt x="9557658" y="187584"/>
                  <a:pt x="9478290" y="154235"/>
                  <a:pt x="9469719" y="174721"/>
                </a:cubicBezTo>
                <a:cubicBezTo>
                  <a:pt x="9443779" y="165070"/>
                  <a:pt x="9431317" y="185692"/>
                  <a:pt x="9408692" y="189513"/>
                </a:cubicBezTo>
                <a:cubicBezTo>
                  <a:pt x="9387154" y="183843"/>
                  <a:pt x="9380475" y="191089"/>
                  <a:pt x="9364151" y="194072"/>
                </a:cubicBezTo>
                <a:cubicBezTo>
                  <a:pt x="9354686" y="190222"/>
                  <a:pt x="9340485" y="191782"/>
                  <a:pt x="9337751" y="197579"/>
                </a:cubicBezTo>
                <a:cubicBezTo>
                  <a:pt x="9349566" y="209270"/>
                  <a:pt x="9297468" y="207714"/>
                  <a:pt x="9297166" y="216558"/>
                </a:cubicBezTo>
                <a:cubicBezTo>
                  <a:pt x="9269057" y="220999"/>
                  <a:pt x="9139630" y="221783"/>
                  <a:pt x="9123859" y="237356"/>
                </a:cubicBezTo>
                <a:cubicBezTo>
                  <a:pt x="9068176" y="249209"/>
                  <a:pt x="8975349" y="235349"/>
                  <a:pt x="8950741" y="238020"/>
                </a:cubicBezTo>
                <a:cubicBezTo>
                  <a:pt x="8916265" y="215428"/>
                  <a:pt x="8822808" y="292026"/>
                  <a:pt x="8718236" y="303148"/>
                </a:cubicBezTo>
                <a:cubicBezTo>
                  <a:pt x="8703111" y="302060"/>
                  <a:pt x="8695551" y="302792"/>
                  <a:pt x="8694011" y="308812"/>
                </a:cubicBezTo>
                <a:cubicBezTo>
                  <a:pt x="8661810" y="312764"/>
                  <a:pt x="8637956" y="329628"/>
                  <a:pt x="8611976" y="324819"/>
                </a:cubicBezTo>
                <a:cubicBezTo>
                  <a:pt x="8621849" y="336388"/>
                  <a:pt x="8562809" y="325917"/>
                  <a:pt x="8562074" y="337971"/>
                </a:cubicBezTo>
                <a:cubicBezTo>
                  <a:pt x="8543699" y="343978"/>
                  <a:pt x="8511321" y="356396"/>
                  <a:pt x="8501724" y="360865"/>
                </a:cubicBezTo>
                <a:lnTo>
                  <a:pt x="8504489" y="364790"/>
                </a:lnTo>
                <a:lnTo>
                  <a:pt x="8492774" y="366181"/>
                </a:lnTo>
                <a:lnTo>
                  <a:pt x="8466405" y="368724"/>
                </a:lnTo>
                <a:cubicBezTo>
                  <a:pt x="8455454" y="372229"/>
                  <a:pt x="8440175" y="385805"/>
                  <a:pt x="8427069" y="387211"/>
                </a:cubicBezTo>
                <a:cubicBezTo>
                  <a:pt x="8400442" y="392215"/>
                  <a:pt x="8397079" y="382989"/>
                  <a:pt x="8387766" y="377161"/>
                </a:cubicBezTo>
                <a:cubicBezTo>
                  <a:pt x="8369233" y="378548"/>
                  <a:pt x="8334756" y="390869"/>
                  <a:pt x="8315874" y="395527"/>
                </a:cubicBezTo>
                <a:cubicBezTo>
                  <a:pt x="8306664" y="400500"/>
                  <a:pt x="8272845" y="393679"/>
                  <a:pt x="8274474" y="405112"/>
                </a:cubicBezTo>
                <a:cubicBezTo>
                  <a:pt x="8255483" y="406194"/>
                  <a:pt x="8244963" y="408376"/>
                  <a:pt x="8234664" y="410219"/>
                </a:cubicBezTo>
                <a:lnTo>
                  <a:pt x="8211268" y="416791"/>
                </a:lnTo>
                <a:cubicBezTo>
                  <a:pt x="8204720" y="419941"/>
                  <a:pt x="8197411" y="422004"/>
                  <a:pt x="8188615" y="421755"/>
                </a:cubicBezTo>
                <a:lnTo>
                  <a:pt x="8179981" y="420402"/>
                </a:lnTo>
                <a:lnTo>
                  <a:pt x="8179307" y="422516"/>
                </a:lnTo>
                <a:cubicBezTo>
                  <a:pt x="8179027" y="425797"/>
                  <a:pt x="8175790" y="448341"/>
                  <a:pt x="8147929" y="450302"/>
                </a:cubicBezTo>
                <a:cubicBezTo>
                  <a:pt x="8130300" y="457967"/>
                  <a:pt x="8114933" y="461015"/>
                  <a:pt x="8089136" y="465283"/>
                </a:cubicBezTo>
                <a:cubicBezTo>
                  <a:pt x="8072810" y="465920"/>
                  <a:pt x="8069376" y="451569"/>
                  <a:pt x="8049973" y="454121"/>
                </a:cubicBezTo>
                <a:cubicBezTo>
                  <a:pt x="7974508" y="471465"/>
                  <a:pt x="8006050" y="447139"/>
                  <a:pt x="7965913" y="464415"/>
                </a:cubicBezTo>
                <a:cubicBezTo>
                  <a:pt x="7958234" y="466025"/>
                  <a:pt x="7951405" y="465800"/>
                  <a:pt x="7945093" y="464798"/>
                </a:cubicBezTo>
                <a:lnTo>
                  <a:pt x="7935335" y="462442"/>
                </a:lnTo>
                <a:lnTo>
                  <a:pt x="7904779" y="471429"/>
                </a:lnTo>
                <a:cubicBezTo>
                  <a:pt x="7889387" y="474999"/>
                  <a:pt x="7872867" y="477951"/>
                  <a:pt x="7855604" y="480199"/>
                </a:cubicBezTo>
                <a:cubicBezTo>
                  <a:pt x="7850005" y="476378"/>
                  <a:pt x="7838628" y="483595"/>
                  <a:pt x="7832630" y="485371"/>
                </a:cubicBezTo>
                <a:cubicBezTo>
                  <a:pt x="7831473" y="482645"/>
                  <a:pt x="7816623" y="482661"/>
                  <a:pt x="7812438" y="485391"/>
                </a:cubicBezTo>
                <a:cubicBezTo>
                  <a:pt x="7709470" y="505049"/>
                  <a:pt x="7759426" y="473956"/>
                  <a:pt x="7701399" y="495197"/>
                </a:cubicBezTo>
                <a:cubicBezTo>
                  <a:pt x="7690986" y="496989"/>
                  <a:pt x="7682397" y="496365"/>
                  <a:pt x="7674778" y="494723"/>
                </a:cubicBezTo>
                <a:lnTo>
                  <a:pt x="7660445" y="490194"/>
                </a:lnTo>
                <a:lnTo>
                  <a:pt x="7651781" y="493084"/>
                </a:lnTo>
                <a:cubicBezTo>
                  <a:pt x="7616113" y="496548"/>
                  <a:pt x="7603273" y="491735"/>
                  <a:pt x="7584807" y="499490"/>
                </a:cubicBezTo>
                <a:cubicBezTo>
                  <a:pt x="7549256" y="490212"/>
                  <a:pt x="7563949" y="500167"/>
                  <a:pt x="7541324" y="504184"/>
                </a:cubicBezTo>
                <a:cubicBezTo>
                  <a:pt x="7523851" y="508307"/>
                  <a:pt x="7559546" y="509825"/>
                  <a:pt x="7541756" y="512184"/>
                </a:cubicBezTo>
                <a:cubicBezTo>
                  <a:pt x="7520963" y="510864"/>
                  <a:pt x="7525755" y="520497"/>
                  <a:pt x="7503906" y="518551"/>
                </a:cubicBezTo>
                <a:cubicBezTo>
                  <a:pt x="7505924" y="510774"/>
                  <a:pt x="7464361" y="523683"/>
                  <a:pt x="7460411" y="517415"/>
                </a:cubicBezTo>
                <a:lnTo>
                  <a:pt x="7460116" y="517548"/>
                </a:lnTo>
                <a:cubicBezTo>
                  <a:pt x="7447785" y="530928"/>
                  <a:pt x="7310141" y="550568"/>
                  <a:pt x="7297810" y="563947"/>
                </a:cubicBezTo>
                <a:cubicBezTo>
                  <a:pt x="7221791" y="605698"/>
                  <a:pt x="7039072" y="646008"/>
                  <a:pt x="6946388" y="665244"/>
                </a:cubicBezTo>
                <a:cubicBezTo>
                  <a:pt x="6853704" y="684480"/>
                  <a:pt x="6804875" y="677485"/>
                  <a:pt x="6741704" y="679365"/>
                </a:cubicBezTo>
                <a:lnTo>
                  <a:pt x="6624680" y="677674"/>
                </a:lnTo>
                <a:lnTo>
                  <a:pt x="6605700" y="683566"/>
                </a:lnTo>
                <a:cubicBezTo>
                  <a:pt x="6603309" y="685184"/>
                  <a:pt x="6599550" y="685647"/>
                  <a:pt x="6576922" y="683030"/>
                </a:cubicBezTo>
                <a:cubicBezTo>
                  <a:pt x="6527275" y="698355"/>
                  <a:pt x="6440981" y="702347"/>
                  <a:pt x="6405123" y="721946"/>
                </a:cubicBezTo>
                <a:cubicBezTo>
                  <a:pt x="6407963" y="715467"/>
                  <a:pt x="6383450" y="712913"/>
                  <a:pt x="6368938" y="717341"/>
                </a:cubicBezTo>
                <a:cubicBezTo>
                  <a:pt x="6377914" y="692119"/>
                  <a:pt x="6315316" y="744281"/>
                  <a:pt x="6295102" y="729508"/>
                </a:cubicBezTo>
                <a:cubicBezTo>
                  <a:pt x="6300358" y="744473"/>
                  <a:pt x="6240070" y="776254"/>
                  <a:pt x="6202084" y="767091"/>
                </a:cubicBezTo>
                <a:cubicBezTo>
                  <a:pt x="6152826" y="774744"/>
                  <a:pt x="6122010" y="790367"/>
                  <a:pt x="6067157" y="790339"/>
                </a:cubicBezTo>
                <a:cubicBezTo>
                  <a:pt x="6066310" y="792484"/>
                  <a:pt x="6064283" y="794403"/>
                  <a:pt x="6061443" y="796151"/>
                </a:cubicBezTo>
                <a:lnTo>
                  <a:pt x="6051406" y="800684"/>
                </a:lnTo>
                <a:lnTo>
                  <a:pt x="6049097" y="800636"/>
                </a:lnTo>
                <a:cubicBezTo>
                  <a:pt x="6040408" y="801393"/>
                  <a:pt x="6036299" y="802645"/>
                  <a:pt x="6034222" y="804110"/>
                </a:cubicBezTo>
                <a:lnTo>
                  <a:pt x="6033121" y="806078"/>
                </a:lnTo>
                <a:lnTo>
                  <a:pt x="6023593" y="808842"/>
                </a:lnTo>
                <a:lnTo>
                  <a:pt x="6006639" y="815304"/>
                </a:lnTo>
                <a:lnTo>
                  <a:pt x="6001762" y="815557"/>
                </a:lnTo>
                <a:lnTo>
                  <a:pt x="5973534" y="823815"/>
                </a:lnTo>
                <a:lnTo>
                  <a:pt x="5972336" y="823476"/>
                </a:lnTo>
                <a:cubicBezTo>
                  <a:pt x="5969004" y="822901"/>
                  <a:pt x="5965329" y="822833"/>
                  <a:pt x="5960841" y="823819"/>
                </a:cubicBezTo>
                <a:cubicBezTo>
                  <a:pt x="5955860" y="815655"/>
                  <a:pt x="5953515" y="821882"/>
                  <a:pt x="5940719" y="825514"/>
                </a:cubicBezTo>
                <a:cubicBezTo>
                  <a:pt x="5930130" y="813644"/>
                  <a:pt x="5900943" y="827979"/>
                  <a:pt x="5884298" y="823806"/>
                </a:cubicBezTo>
                <a:cubicBezTo>
                  <a:pt x="5875133" y="826741"/>
                  <a:pt x="5865250" y="829630"/>
                  <a:pt x="5854779" y="832365"/>
                </a:cubicBezTo>
                <a:lnTo>
                  <a:pt x="5848382" y="833844"/>
                </a:lnTo>
                <a:lnTo>
                  <a:pt x="5848066" y="833772"/>
                </a:lnTo>
                <a:cubicBezTo>
                  <a:pt x="5846273" y="833879"/>
                  <a:pt x="5844018" y="834284"/>
                  <a:pt x="5840944" y="835132"/>
                </a:cubicBezTo>
                <a:lnTo>
                  <a:pt x="5836719" y="836539"/>
                </a:lnTo>
                <a:lnTo>
                  <a:pt x="5824311" y="839408"/>
                </a:lnTo>
                <a:lnTo>
                  <a:pt x="5818788" y="839727"/>
                </a:lnTo>
                <a:cubicBezTo>
                  <a:pt x="5797008" y="838594"/>
                  <a:pt x="5786883" y="822081"/>
                  <a:pt x="5763953" y="834282"/>
                </a:cubicBezTo>
                <a:cubicBezTo>
                  <a:pt x="5726813" y="837521"/>
                  <a:pt x="5699446" y="830949"/>
                  <a:pt x="5667748" y="840211"/>
                </a:cubicBezTo>
                <a:cubicBezTo>
                  <a:pt x="5632959" y="843205"/>
                  <a:pt x="5601436" y="842280"/>
                  <a:pt x="5573108" y="847611"/>
                </a:cubicBezTo>
                <a:cubicBezTo>
                  <a:pt x="5560030" y="845832"/>
                  <a:pt x="5549547" y="851598"/>
                  <a:pt x="5539137" y="851033"/>
                </a:cubicBezTo>
                <a:cubicBezTo>
                  <a:pt x="5528728" y="850467"/>
                  <a:pt x="5529256" y="837509"/>
                  <a:pt x="5510651" y="844215"/>
                </a:cubicBezTo>
                <a:cubicBezTo>
                  <a:pt x="5494241" y="833607"/>
                  <a:pt x="5466101" y="839171"/>
                  <a:pt x="5457331" y="839159"/>
                </a:cubicBezTo>
                <a:lnTo>
                  <a:pt x="5410613" y="834358"/>
                </a:lnTo>
                <a:lnTo>
                  <a:pt x="5370040" y="862127"/>
                </a:lnTo>
                <a:cubicBezTo>
                  <a:pt x="5357863" y="856469"/>
                  <a:pt x="5319115" y="868069"/>
                  <a:pt x="5318778" y="855310"/>
                </a:cubicBezTo>
                <a:cubicBezTo>
                  <a:pt x="5303920" y="857760"/>
                  <a:pt x="5296727" y="863736"/>
                  <a:pt x="5298645" y="855171"/>
                </a:cubicBezTo>
                <a:cubicBezTo>
                  <a:pt x="5287819" y="855897"/>
                  <a:pt x="5267444" y="857825"/>
                  <a:pt x="5253828" y="859670"/>
                </a:cubicBezTo>
                <a:lnTo>
                  <a:pt x="5216955" y="866245"/>
                </a:lnTo>
                <a:lnTo>
                  <a:pt x="5214344" y="868102"/>
                </a:lnTo>
                <a:cubicBezTo>
                  <a:pt x="5210778" y="868719"/>
                  <a:pt x="5200859" y="869042"/>
                  <a:pt x="5195561" y="869949"/>
                </a:cubicBezTo>
                <a:lnTo>
                  <a:pt x="5182555" y="873542"/>
                </a:lnTo>
                <a:cubicBezTo>
                  <a:pt x="5178496" y="875023"/>
                  <a:pt x="5175066" y="876746"/>
                  <a:pt x="5172552" y="878801"/>
                </a:cubicBezTo>
                <a:cubicBezTo>
                  <a:pt x="5121406" y="873797"/>
                  <a:pt x="5080096" y="886529"/>
                  <a:pt x="5027993" y="889666"/>
                </a:cubicBezTo>
                <a:cubicBezTo>
                  <a:pt x="4999924" y="877115"/>
                  <a:pt x="4946973" y="919452"/>
                  <a:pt x="4939844" y="934802"/>
                </a:cubicBezTo>
                <a:cubicBezTo>
                  <a:pt x="4895154" y="940701"/>
                  <a:pt x="4844006" y="928240"/>
                  <a:pt x="4792576" y="934820"/>
                </a:cubicBezTo>
                <a:lnTo>
                  <a:pt x="4602423" y="958063"/>
                </a:lnTo>
                <a:cubicBezTo>
                  <a:pt x="4488530" y="967131"/>
                  <a:pt x="4399004" y="969822"/>
                  <a:pt x="4290656" y="969152"/>
                </a:cubicBezTo>
                <a:cubicBezTo>
                  <a:pt x="4182308" y="968482"/>
                  <a:pt x="4046938" y="971167"/>
                  <a:pt x="3952334" y="954043"/>
                </a:cubicBezTo>
                <a:lnTo>
                  <a:pt x="3858560" y="948781"/>
                </a:lnTo>
                <a:lnTo>
                  <a:pt x="3846597" y="948382"/>
                </a:lnTo>
                <a:cubicBezTo>
                  <a:pt x="3807516" y="956616"/>
                  <a:pt x="3767475" y="941640"/>
                  <a:pt x="3736044" y="947759"/>
                </a:cubicBezTo>
                <a:cubicBezTo>
                  <a:pt x="3727323" y="948128"/>
                  <a:pt x="3719828" y="947771"/>
                  <a:pt x="3713136" y="946963"/>
                </a:cubicBezTo>
                <a:lnTo>
                  <a:pt x="3695939" y="943639"/>
                </a:lnTo>
                <a:lnTo>
                  <a:pt x="3694125" y="940567"/>
                </a:lnTo>
                <a:lnTo>
                  <a:pt x="3681925" y="939706"/>
                </a:lnTo>
                <a:lnTo>
                  <a:pt x="3679204" y="938926"/>
                </a:lnTo>
                <a:cubicBezTo>
                  <a:pt x="3668160" y="939028"/>
                  <a:pt x="3634193" y="940875"/>
                  <a:pt x="3615656" y="940320"/>
                </a:cubicBezTo>
                <a:cubicBezTo>
                  <a:pt x="3582626" y="936974"/>
                  <a:pt x="3593904" y="949140"/>
                  <a:pt x="3567983" y="935596"/>
                </a:cubicBezTo>
                <a:cubicBezTo>
                  <a:pt x="3504185" y="939048"/>
                  <a:pt x="3482818" y="922224"/>
                  <a:pt x="3422423" y="932129"/>
                </a:cubicBezTo>
                <a:cubicBezTo>
                  <a:pt x="3369166" y="933413"/>
                  <a:pt x="3329486" y="910108"/>
                  <a:pt x="3310925" y="911072"/>
                </a:cubicBezTo>
                <a:cubicBezTo>
                  <a:pt x="3261363" y="909787"/>
                  <a:pt x="3198415" y="933574"/>
                  <a:pt x="3139421" y="934151"/>
                </a:cubicBezTo>
                <a:cubicBezTo>
                  <a:pt x="3088799" y="931012"/>
                  <a:pt x="3038941" y="938464"/>
                  <a:pt x="2996922" y="927537"/>
                </a:cubicBezTo>
                <a:cubicBezTo>
                  <a:pt x="2992673" y="929234"/>
                  <a:pt x="2987900" y="930498"/>
                  <a:pt x="2982785" y="931453"/>
                </a:cubicBezTo>
                <a:lnTo>
                  <a:pt x="2967478" y="933397"/>
                </a:lnTo>
                <a:lnTo>
                  <a:pt x="2948552" y="932961"/>
                </a:lnTo>
                <a:lnTo>
                  <a:pt x="2944404" y="934452"/>
                </a:lnTo>
                <a:lnTo>
                  <a:pt x="2908608" y="937205"/>
                </a:lnTo>
                <a:lnTo>
                  <a:pt x="2904443" y="936455"/>
                </a:lnTo>
                <a:lnTo>
                  <a:pt x="2868935" y="938022"/>
                </a:lnTo>
                <a:lnTo>
                  <a:pt x="2868586" y="937487"/>
                </a:lnTo>
                <a:cubicBezTo>
                  <a:pt x="2866994" y="936327"/>
                  <a:pt x="2864292" y="935538"/>
                  <a:pt x="2859191" y="935503"/>
                </a:cubicBezTo>
                <a:cubicBezTo>
                  <a:pt x="2869075" y="927418"/>
                  <a:pt x="2856828" y="932364"/>
                  <a:pt x="2840915" y="932977"/>
                </a:cubicBezTo>
                <a:lnTo>
                  <a:pt x="2763509" y="921850"/>
                </a:lnTo>
                <a:lnTo>
                  <a:pt x="2756121" y="921864"/>
                </a:lnTo>
                <a:cubicBezTo>
                  <a:pt x="2756081" y="921822"/>
                  <a:pt x="2756039" y="921781"/>
                  <a:pt x="2755998" y="921739"/>
                </a:cubicBezTo>
                <a:cubicBezTo>
                  <a:pt x="2754445" y="921476"/>
                  <a:pt x="2752036" y="921380"/>
                  <a:pt x="2748255" y="921505"/>
                </a:cubicBezTo>
                <a:lnTo>
                  <a:pt x="2694601" y="915575"/>
                </a:lnTo>
                <a:cubicBezTo>
                  <a:pt x="2671223" y="919874"/>
                  <a:pt x="2666972" y="913376"/>
                  <a:pt x="2635357" y="910976"/>
                </a:cubicBezTo>
                <a:cubicBezTo>
                  <a:pt x="2621906" y="915051"/>
                  <a:pt x="2611315" y="913542"/>
                  <a:pt x="2601047" y="910263"/>
                </a:cubicBezTo>
                <a:cubicBezTo>
                  <a:pt x="2570084" y="912074"/>
                  <a:pt x="2542135" y="907435"/>
                  <a:pt x="2507482" y="906211"/>
                </a:cubicBezTo>
                <a:cubicBezTo>
                  <a:pt x="2469706" y="911437"/>
                  <a:pt x="2450920" y="901812"/>
                  <a:pt x="2413884" y="900545"/>
                </a:cubicBezTo>
                <a:cubicBezTo>
                  <a:pt x="2381338" y="909664"/>
                  <a:pt x="2387753" y="892438"/>
                  <a:pt x="2368912" y="888755"/>
                </a:cubicBezTo>
                <a:lnTo>
                  <a:pt x="2349490" y="889719"/>
                </a:lnTo>
                <a:lnTo>
                  <a:pt x="2344290" y="890584"/>
                </a:lnTo>
                <a:cubicBezTo>
                  <a:pt x="2340673" y="891041"/>
                  <a:pt x="2338228" y="891167"/>
                  <a:pt x="2336488" y="891058"/>
                </a:cubicBezTo>
                <a:lnTo>
                  <a:pt x="2329015" y="891627"/>
                </a:lnTo>
                <a:cubicBezTo>
                  <a:pt x="2316843" y="893039"/>
                  <a:pt x="2305064" y="894669"/>
                  <a:pt x="2293898" y="896431"/>
                </a:cubicBezTo>
                <a:cubicBezTo>
                  <a:pt x="2282637" y="890404"/>
                  <a:pt x="2242346" y="900851"/>
                  <a:pt x="2243927" y="888076"/>
                </a:cubicBezTo>
                <a:cubicBezTo>
                  <a:pt x="2228778" y="890081"/>
                  <a:pt x="2220725" y="895845"/>
                  <a:pt x="2223920" y="887331"/>
                </a:cubicBezTo>
                <a:cubicBezTo>
                  <a:pt x="2218877" y="887756"/>
                  <a:pt x="2215583" y="887254"/>
                  <a:pt x="2213081" y="886302"/>
                </a:cubicBezTo>
                <a:lnTo>
                  <a:pt x="2212307" y="885829"/>
                </a:lnTo>
                <a:lnTo>
                  <a:pt x="2152321" y="894418"/>
                </a:lnTo>
                <a:lnTo>
                  <a:pt x="2140985" y="895968"/>
                </a:lnTo>
                <a:lnTo>
                  <a:pt x="2121210" y="899354"/>
                </a:lnTo>
                <a:lnTo>
                  <a:pt x="2119146" y="899033"/>
                </a:lnTo>
                <a:lnTo>
                  <a:pt x="2105666" y="902240"/>
                </a:lnTo>
                <a:cubicBezTo>
                  <a:pt x="2101407" y="903601"/>
                  <a:pt x="2097735" y="905221"/>
                  <a:pt x="2094924" y="907203"/>
                </a:cubicBezTo>
                <a:cubicBezTo>
                  <a:pt x="2044793" y="900664"/>
                  <a:pt x="2001785" y="912168"/>
                  <a:pt x="1949478" y="913748"/>
                </a:cubicBezTo>
                <a:cubicBezTo>
                  <a:pt x="1891937" y="919585"/>
                  <a:pt x="1810334" y="935486"/>
                  <a:pt x="1749684" y="942223"/>
                </a:cubicBezTo>
                <a:lnTo>
                  <a:pt x="1585576" y="954170"/>
                </a:lnTo>
                <a:cubicBezTo>
                  <a:pt x="1549165" y="943719"/>
                  <a:pt x="1511425" y="950847"/>
                  <a:pt x="1476250" y="950653"/>
                </a:cubicBezTo>
                <a:cubicBezTo>
                  <a:pt x="1488515" y="961596"/>
                  <a:pt x="1432660" y="946795"/>
                  <a:pt x="1433927" y="959926"/>
                </a:cubicBezTo>
                <a:cubicBezTo>
                  <a:pt x="1427485" y="959475"/>
                  <a:pt x="1421205" y="958623"/>
                  <a:pt x="1414893" y="957671"/>
                </a:cubicBezTo>
                <a:lnTo>
                  <a:pt x="1411585" y="957179"/>
                </a:lnTo>
                <a:lnTo>
                  <a:pt x="1398896" y="957460"/>
                </a:lnTo>
                <a:lnTo>
                  <a:pt x="1394632" y="954725"/>
                </a:lnTo>
                <a:lnTo>
                  <a:pt x="1375043" y="953132"/>
                </a:lnTo>
                <a:cubicBezTo>
                  <a:pt x="1367813" y="952970"/>
                  <a:pt x="1360155" y="953305"/>
                  <a:pt x="1351876" y="954436"/>
                </a:cubicBezTo>
                <a:cubicBezTo>
                  <a:pt x="1325912" y="963028"/>
                  <a:pt x="1274459" y="952492"/>
                  <a:pt x="1242676" y="963767"/>
                </a:cubicBezTo>
                <a:cubicBezTo>
                  <a:pt x="1230276" y="966918"/>
                  <a:pt x="1216715" y="977098"/>
                  <a:pt x="1205993" y="974080"/>
                </a:cubicBezTo>
                <a:cubicBezTo>
                  <a:pt x="1174251" y="974112"/>
                  <a:pt x="1086982" y="964420"/>
                  <a:pt x="1052221" y="963954"/>
                </a:cubicBezTo>
                <a:cubicBezTo>
                  <a:pt x="1038515" y="970622"/>
                  <a:pt x="1009522" y="962342"/>
                  <a:pt x="968270" y="964761"/>
                </a:cubicBezTo>
                <a:cubicBezTo>
                  <a:pt x="943437" y="973698"/>
                  <a:pt x="900136" y="991017"/>
                  <a:pt x="874493" y="998122"/>
                </a:cubicBezTo>
                <a:cubicBezTo>
                  <a:pt x="848849" y="1005226"/>
                  <a:pt x="853424" y="1009427"/>
                  <a:pt x="814411" y="1007391"/>
                </a:cubicBezTo>
                <a:cubicBezTo>
                  <a:pt x="765926" y="1022821"/>
                  <a:pt x="732885" y="1009859"/>
                  <a:pt x="688604" y="1015631"/>
                </a:cubicBezTo>
                <a:cubicBezTo>
                  <a:pt x="638045" y="1020877"/>
                  <a:pt x="677999" y="1011556"/>
                  <a:pt x="618171" y="1027260"/>
                </a:cubicBezTo>
                <a:cubicBezTo>
                  <a:pt x="609680" y="1023165"/>
                  <a:pt x="583253" y="1020277"/>
                  <a:pt x="570379" y="1023487"/>
                </a:cubicBezTo>
                <a:cubicBezTo>
                  <a:pt x="543992" y="1022523"/>
                  <a:pt x="505183" y="1001686"/>
                  <a:pt x="482519" y="1002108"/>
                </a:cubicBezTo>
                <a:cubicBezTo>
                  <a:pt x="464011" y="1002285"/>
                  <a:pt x="495211" y="1007995"/>
                  <a:pt x="475319" y="1009922"/>
                </a:cubicBezTo>
                <a:cubicBezTo>
                  <a:pt x="450818" y="1011135"/>
                  <a:pt x="454804" y="1022539"/>
                  <a:pt x="431104" y="1009317"/>
                </a:cubicBezTo>
                <a:cubicBezTo>
                  <a:pt x="406857" y="1014651"/>
                  <a:pt x="399686" y="1008456"/>
                  <a:pt x="363782" y="1007585"/>
                </a:cubicBezTo>
                <a:cubicBezTo>
                  <a:pt x="350440" y="1012231"/>
                  <a:pt x="338145" y="1011245"/>
                  <a:pt x="325533" y="1008502"/>
                </a:cubicBezTo>
                <a:cubicBezTo>
                  <a:pt x="291944" y="1011745"/>
                  <a:pt x="259251" y="1008497"/>
                  <a:pt x="220429" y="1008927"/>
                </a:cubicBezTo>
                <a:cubicBezTo>
                  <a:pt x="180594" y="1015852"/>
                  <a:pt x="156150" y="1007265"/>
                  <a:pt x="114676" y="1007765"/>
                </a:cubicBezTo>
                <a:cubicBezTo>
                  <a:pt x="85718" y="1006195"/>
                  <a:pt x="43316" y="1001491"/>
                  <a:pt x="13470" y="998544"/>
                </a:cubicBezTo>
                <a:lnTo>
                  <a:pt x="0" y="997355"/>
                </a:lnTo>
                <a:close/>
              </a:path>
            </a:pathLst>
          </a:custGeom>
          <a:solidFill>
            <a:srgbClr val="82766A">
              <a:alpha val="15000"/>
            </a:srgbClr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455228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35" name="Rectangle 34">
            <a:extLst>
              <a:ext uri="{FF2B5EF4-FFF2-40B4-BE49-F238E27FC236}">
                <a16:creationId xmlns:a16="http://schemas.microsoft.com/office/drawing/2014/main" id="{F35DB090-93B5-4581-8D71-BB3839684BF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Freeform: Shape 36">
            <a:extLst>
              <a:ext uri="{FF2B5EF4-FFF2-40B4-BE49-F238E27FC236}">
                <a16:creationId xmlns:a16="http://schemas.microsoft.com/office/drawing/2014/main" id="{A0DE92DF-4769-4DE9-93FD-EE31271850C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719619" y="0"/>
            <a:ext cx="7472381" cy="6858000"/>
          </a:xfrm>
          <a:custGeom>
            <a:avLst/>
            <a:gdLst>
              <a:gd name="connsiteX0" fmla="*/ 1232666 w 7472381"/>
              <a:gd name="connsiteY0" fmla="*/ 0 h 6886575"/>
              <a:gd name="connsiteX1" fmla="*/ 7472381 w 7472381"/>
              <a:gd name="connsiteY1" fmla="*/ 0 h 6886575"/>
              <a:gd name="connsiteX2" fmla="*/ 7472381 w 7472381"/>
              <a:gd name="connsiteY2" fmla="*/ 814388 h 6886575"/>
              <a:gd name="connsiteX3" fmla="*/ 7472381 w 7472381"/>
              <a:gd name="connsiteY3" fmla="*/ 6411516 h 6886575"/>
              <a:gd name="connsiteX4" fmla="*/ 7472381 w 7472381"/>
              <a:gd name="connsiteY4" fmla="*/ 6886575 h 6886575"/>
              <a:gd name="connsiteX5" fmla="*/ 6992676 w 7472381"/>
              <a:gd name="connsiteY5" fmla="*/ 6886575 h 6886575"/>
              <a:gd name="connsiteX6" fmla="*/ 1946893 w 7472381"/>
              <a:gd name="connsiteY6" fmla="*/ 6886575 h 6886575"/>
              <a:gd name="connsiteX7" fmla="*/ 1506276 w 7472381"/>
              <a:gd name="connsiteY7" fmla="*/ 6686550 h 6886575"/>
              <a:gd name="connsiteX8" fmla="*/ 1314394 w 7472381"/>
              <a:gd name="connsiteY8" fmla="*/ 6457949 h 6886575"/>
              <a:gd name="connsiteX9" fmla="*/ 1246880 w 7472381"/>
              <a:gd name="connsiteY9" fmla="*/ 6393656 h 6886575"/>
              <a:gd name="connsiteX10" fmla="*/ 1079872 w 7472381"/>
              <a:gd name="connsiteY10" fmla="*/ 6307931 h 6886575"/>
              <a:gd name="connsiteX11" fmla="*/ 788495 w 7472381"/>
              <a:gd name="connsiteY11" fmla="*/ 6125765 h 6886575"/>
              <a:gd name="connsiteX12" fmla="*/ 895097 w 7472381"/>
              <a:gd name="connsiteY12" fmla="*/ 6082903 h 6886575"/>
              <a:gd name="connsiteX13" fmla="*/ 1204239 w 7472381"/>
              <a:gd name="connsiteY13" fmla="*/ 6193631 h 6886575"/>
              <a:gd name="connsiteX14" fmla="*/ 1428102 w 7472381"/>
              <a:gd name="connsiteY14" fmla="*/ 6222206 h 6886575"/>
              <a:gd name="connsiteX15" fmla="*/ 1111852 w 7472381"/>
              <a:gd name="connsiteY15" fmla="*/ 6029325 h 6886575"/>
              <a:gd name="connsiteX16" fmla="*/ 806262 w 7472381"/>
              <a:gd name="connsiteY16" fmla="*/ 5779294 h 6886575"/>
              <a:gd name="connsiteX17" fmla="*/ 1040785 w 7472381"/>
              <a:gd name="connsiteY17" fmla="*/ 5825728 h 6886575"/>
              <a:gd name="connsiteX18" fmla="*/ 1051445 w 7472381"/>
              <a:gd name="connsiteY18" fmla="*/ 5793581 h 6886575"/>
              <a:gd name="connsiteX19" fmla="*/ 845349 w 7472381"/>
              <a:gd name="connsiteY19" fmla="*/ 5497115 h 6886575"/>
              <a:gd name="connsiteX20" fmla="*/ 745855 w 7472381"/>
              <a:gd name="connsiteY20" fmla="*/ 5375672 h 6886575"/>
              <a:gd name="connsiteX21" fmla="*/ 291024 w 7472381"/>
              <a:gd name="connsiteY21" fmla="*/ 5014913 h 6886575"/>
              <a:gd name="connsiteX22" fmla="*/ 724535 w 7472381"/>
              <a:gd name="connsiteY22" fmla="*/ 5175647 h 6886575"/>
              <a:gd name="connsiteX23" fmla="*/ 276811 w 7472381"/>
              <a:gd name="connsiteY23" fmla="*/ 4825603 h 6886575"/>
              <a:gd name="connsiteX24" fmla="*/ 60055 w 7472381"/>
              <a:gd name="connsiteY24" fmla="*/ 4697016 h 6886575"/>
              <a:gd name="connsiteX25" fmla="*/ 6755 w 7472381"/>
              <a:gd name="connsiteY25" fmla="*/ 4622006 h 6886575"/>
              <a:gd name="connsiteX26" fmla="*/ 102696 w 7472381"/>
              <a:gd name="connsiteY26" fmla="*/ 4604146 h 6886575"/>
              <a:gd name="connsiteX27" fmla="*/ 397625 w 7472381"/>
              <a:gd name="connsiteY27" fmla="*/ 4632722 h 6886575"/>
              <a:gd name="connsiteX28" fmla="*/ 31628 w 7472381"/>
              <a:gd name="connsiteY28" fmla="*/ 4396978 h 6886575"/>
              <a:gd name="connsiteX29" fmla="*/ 305237 w 7472381"/>
              <a:gd name="connsiteY29" fmla="*/ 4432697 h 6886575"/>
              <a:gd name="connsiteX30" fmla="*/ 383412 w 7472381"/>
              <a:gd name="connsiteY30" fmla="*/ 4339828 h 6886575"/>
              <a:gd name="connsiteX31" fmla="*/ 511333 w 7472381"/>
              <a:gd name="connsiteY31" fmla="*/ 4189810 h 6886575"/>
              <a:gd name="connsiteX32" fmla="*/ 600167 w 7472381"/>
              <a:gd name="connsiteY32" fmla="*/ 4107656 h 6886575"/>
              <a:gd name="connsiteX33" fmla="*/ 635701 w 7472381"/>
              <a:gd name="connsiteY33" fmla="*/ 3843337 h 6886575"/>
              <a:gd name="connsiteX34" fmla="*/ 561080 w 7472381"/>
              <a:gd name="connsiteY34" fmla="*/ 3554015 h 6886575"/>
              <a:gd name="connsiteX35" fmla="*/ 354985 w 7472381"/>
              <a:gd name="connsiteY35" fmla="*/ 3407569 h 6886575"/>
              <a:gd name="connsiteX36" fmla="*/ 415392 w 7472381"/>
              <a:gd name="connsiteY36" fmla="*/ 3243263 h 6886575"/>
              <a:gd name="connsiteX37" fmla="*/ 852456 w 7472381"/>
              <a:gd name="connsiteY37" fmla="*/ 3343275 h 6886575"/>
              <a:gd name="connsiteX38" fmla="*/ 202190 w 7472381"/>
              <a:gd name="connsiteY38" fmla="*/ 2953940 h 6886575"/>
              <a:gd name="connsiteX39" fmla="*/ 312344 w 7472381"/>
              <a:gd name="connsiteY39" fmla="*/ 2936081 h 6886575"/>
              <a:gd name="connsiteX40" fmla="*/ 706768 w 7472381"/>
              <a:gd name="connsiteY40" fmla="*/ 2714625 h 6886575"/>
              <a:gd name="connsiteX41" fmla="*/ 728088 w 7472381"/>
              <a:gd name="connsiteY41" fmla="*/ 2703909 h 6886575"/>
              <a:gd name="connsiteX42" fmla="*/ 795602 w 7472381"/>
              <a:gd name="connsiteY42" fmla="*/ 2564606 h 6886575"/>
              <a:gd name="connsiteX43" fmla="*/ 1008804 w 7472381"/>
              <a:gd name="connsiteY43" fmla="*/ 2543175 h 6886575"/>
              <a:gd name="connsiteX44" fmla="*/ 1186473 w 7472381"/>
              <a:gd name="connsiteY44" fmla="*/ 2575322 h 6886575"/>
              <a:gd name="connsiteX45" fmla="*/ 1378355 w 7472381"/>
              <a:gd name="connsiteY45" fmla="*/ 2536031 h 6886575"/>
              <a:gd name="connsiteX46" fmla="*/ 1548916 w 7472381"/>
              <a:gd name="connsiteY46" fmla="*/ 2553891 h 6886575"/>
              <a:gd name="connsiteX47" fmla="*/ 1694604 w 7472381"/>
              <a:gd name="connsiteY47" fmla="*/ 2528888 h 6886575"/>
              <a:gd name="connsiteX48" fmla="*/ 1552469 w 7472381"/>
              <a:gd name="connsiteY48" fmla="*/ 2411015 h 6886575"/>
              <a:gd name="connsiteX49" fmla="*/ 1353481 w 7472381"/>
              <a:gd name="connsiteY49" fmla="*/ 2411015 h 6886575"/>
              <a:gd name="connsiteX50" fmla="*/ 1211346 w 7472381"/>
              <a:gd name="connsiteY50" fmla="*/ 2336007 h 6886575"/>
              <a:gd name="connsiteX51" fmla="*/ 1076318 w 7472381"/>
              <a:gd name="connsiteY51" fmla="*/ 2200275 h 6886575"/>
              <a:gd name="connsiteX52" fmla="*/ 600167 w 7472381"/>
              <a:gd name="connsiteY52" fmla="*/ 1982390 h 6886575"/>
              <a:gd name="connsiteX53" fmla="*/ 514886 w 7472381"/>
              <a:gd name="connsiteY53" fmla="*/ 1900238 h 6886575"/>
              <a:gd name="connsiteX54" fmla="*/ 1872273 w 7472381"/>
              <a:gd name="connsiteY54" fmla="*/ 2218135 h 6886575"/>
              <a:gd name="connsiteX55" fmla="*/ 1452975 w 7472381"/>
              <a:gd name="connsiteY55" fmla="*/ 2085975 h 6886575"/>
              <a:gd name="connsiteX56" fmla="*/ 1737245 w 7472381"/>
              <a:gd name="connsiteY56" fmla="*/ 2110978 h 6886575"/>
              <a:gd name="connsiteX57" fmla="*/ 1893593 w 7472381"/>
              <a:gd name="connsiteY57" fmla="*/ 2021681 h 6886575"/>
              <a:gd name="connsiteX58" fmla="*/ 1893593 w 7472381"/>
              <a:gd name="connsiteY58" fmla="*/ 1993106 h 6886575"/>
              <a:gd name="connsiteX59" fmla="*/ 1776332 w 7472381"/>
              <a:gd name="connsiteY59" fmla="*/ 1910953 h 6886575"/>
              <a:gd name="connsiteX60" fmla="*/ 1708818 w 7472381"/>
              <a:gd name="connsiteY60" fmla="*/ 1857375 h 6886575"/>
              <a:gd name="connsiteX61" fmla="*/ 1524043 w 7472381"/>
              <a:gd name="connsiteY61" fmla="*/ 1664493 h 6886575"/>
              <a:gd name="connsiteX62" fmla="*/ 1655517 w 7472381"/>
              <a:gd name="connsiteY62" fmla="*/ 1643062 h 6886575"/>
              <a:gd name="connsiteX63" fmla="*/ 1705264 w 7472381"/>
              <a:gd name="connsiteY63" fmla="*/ 1603772 h 6886575"/>
              <a:gd name="connsiteX64" fmla="*/ 1669731 w 7472381"/>
              <a:gd name="connsiteY64" fmla="*/ 1546622 h 6886575"/>
              <a:gd name="connsiteX65" fmla="*/ 1261093 w 7472381"/>
              <a:gd name="connsiteY65" fmla="*/ 1371600 h 6886575"/>
              <a:gd name="connsiteX66" fmla="*/ 1229113 w 7472381"/>
              <a:gd name="connsiteY66" fmla="*/ 1235869 h 6886575"/>
              <a:gd name="connsiteX67" fmla="*/ 1307287 w 7472381"/>
              <a:gd name="connsiteY67" fmla="*/ 1214437 h 6886575"/>
              <a:gd name="connsiteX68" fmla="*/ 1396121 w 7472381"/>
              <a:gd name="connsiteY68" fmla="*/ 1225153 h 6886575"/>
              <a:gd name="connsiteX69" fmla="*/ 1325054 w 7472381"/>
              <a:gd name="connsiteY69" fmla="*/ 1117997 h 6886575"/>
              <a:gd name="connsiteX70" fmla="*/ 1037231 w 7472381"/>
              <a:gd name="connsiteY70" fmla="*/ 1010841 h 6886575"/>
              <a:gd name="connsiteX71" fmla="*/ 983931 w 7472381"/>
              <a:gd name="connsiteY71" fmla="*/ 953690 h 6886575"/>
              <a:gd name="connsiteX72" fmla="*/ 1054998 w 7472381"/>
              <a:gd name="connsiteY72" fmla="*/ 925115 h 6886575"/>
              <a:gd name="connsiteX73" fmla="*/ 1108299 w 7472381"/>
              <a:gd name="connsiteY73" fmla="*/ 914400 h 6886575"/>
              <a:gd name="connsiteX74" fmla="*/ 6755 w 7472381"/>
              <a:gd name="connsiteY74" fmla="*/ 467915 h 6886575"/>
              <a:gd name="connsiteX75" fmla="*/ 255490 w 7472381"/>
              <a:gd name="connsiteY75" fmla="*/ 464344 h 6886575"/>
              <a:gd name="connsiteX76" fmla="*/ 500673 w 7472381"/>
              <a:gd name="connsiteY76" fmla="*/ 535781 h 6886575"/>
              <a:gd name="connsiteX77" fmla="*/ 760069 w 7472381"/>
              <a:gd name="connsiteY77" fmla="*/ 525066 h 6886575"/>
              <a:gd name="connsiteX78" fmla="*/ 1005251 w 7472381"/>
              <a:gd name="connsiteY78" fmla="*/ 560785 h 6886575"/>
              <a:gd name="connsiteX79" fmla="*/ 1218453 w 7472381"/>
              <a:gd name="connsiteY79" fmla="*/ 560785 h 6886575"/>
              <a:gd name="connsiteX80" fmla="*/ 1019464 w 7472381"/>
              <a:gd name="connsiteY80" fmla="*/ 507206 h 6886575"/>
              <a:gd name="connsiteX81" fmla="*/ 944844 w 7472381"/>
              <a:gd name="connsiteY81" fmla="*/ 417909 h 6886575"/>
              <a:gd name="connsiteX82" fmla="*/ 969717 w 7472381"/>
              <a:gd name="connsiteY82" fmla="*/ 335757 h 6886575"/>
              <a:gd name="connsiteX83" fmla="*/ 1051445 w 7472381"/>
              <a:gd name="connsiteY83" fmla="*/ 360759 h 6886575"/>
              <a:gd name="connsiteX84" fmla="*/ 1147386 w 7472381"/>
              <a:gd name="connsiteY84" fmla="*/ 453629 h 6886575"/>
              <a:gd name="connsiteX85" fmla="*/ 1168706 w 7472381"/>
              <a:gd name="connsiteY85" fmla="*/ 396478 h 6886575"/>
              <a:gd name="connsiteX86" fmla="*/ 1225560 w 7472381"/>
              <a:gd name="connsiteY86" fmla="*/ 353615 h 6886575"/>
              <a:gd name="connsiteX87" fmla="*/ 1552469 w 7472381"/>
              <a:gd name="connsiteY87" fmla="*/ 375047 h 6886575"/>
              <a:gd name="connsiteX88" fmla="*/ 1335714 w 7472381"/>
              <a:gd name="connsiteY88" fmla="*/ 192881 h 6886575"/>
              <a:gd name="connsiteX89" fmla="*/ 1197133 w 7472381"/>
              <a:gd name="connsiteY89" fmla="*/ 164306 h 6886575"/>
              <a:gd name="connsiteX90" fmla="*/ 1165153 w 7472381"/>
              <a:gd name="connsiteY90" fmla="*/ 89297 h 6886575"/>
              <a:gd name="connsiteX91" fmla="*/ 1229113 w 7472381"/>
              <a:gd name="connsiteY91" fmla="*/ 71437 h 6886575"/>
              <a:gd name="connsiteX92" fmla="*/ 1548916 w 7472381"/>
              <a:gd name="connsiteY92" fmla="*/ 135731 h 6886575"/>
              <a:gd name="connsiteX93" fmla="*/ 1602217 w 7472381"/>
              <a:gd name="connsiteY93" fmla="*/ 110728 h 6886575"/>
              <a:gd name="connsiteX94" fmla="*/ 1232666 w 7472381"/>
              <a:gd name="connsiteY94" fmla="*/ 0 h 688657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</a:cxnLst>
            <a:rect l="l" t="t" r="r" b="b"/>
            <a:pathLst>
              <a:path w="7472381" h="6886575">
                <a:moveTo>
                  <a:pt x="1232666" y="0"/>
                </a:moveTo>
                <a:lnTo>
                  <a:pt x="7472381" y="0"/>
                </a:lnTo>
                <a:lnTo>
                  <a:pt x="7472381" y="814388"/>
                </a:lnTo>
                <a:lnTo>
                  <a:pt x="7472381" y="6411516"/>
                </a:lnTo>
                <a:lnTo>
                  <a:pt x="7472381" y="6886575"/>
                </a:lnTo>
                <a:lnTo>
                  <a:pt x="6992676" y="6886575"/>
                </a:lnTo>
                <a:lnTo>
                  <a:pt x="1946893" y="6886575"/>
                </a:lnTo>
                <a:cubicBezTo>
                  <a:pt x="1801205" y="6815137"/>
                  <a:pt x="1662624" y="6729412"/>
                  <a:pt x="1506276" y="6686550"/>
                </a:cubicBezTo>
                <a:cubicBezTo>
                  <a:pt x="1399675" y="6657975"/>
                  <a:pt x="1296627" y="6607969"/>
                  <a:pt x="1314394" y="6457949"/>
                </a:cubicBezTo>
                <a:cubicBezTo>
                  <a:pt x="1317947" y="6415087"/>
                  <a:pt x="1289520" y="6382941"/>
                  <a:pt x="1246880" y="6393656"/>
                </a:cubicBezTo>
                <a:cubicBezTo>
                  <a:pt x="1165153" y="6415087"/>
                  <a:pt x="1126065" y="6354365"/>
                  <a:pt x="1079872" y="6307931"/>
                </a:cubicBezTo>
                <a:cubicBezTo>
                  <a:pt x="998144" y="6225779"/>
                  <a:pt x="919970" y="6140052"/>
                  <a:pt x="788495" y="6125765"/>
                </a:cubicBezTo>
                <a:cubicBezTo>
                  <a:pt x="813369" y="6061471"/>
                  <a:pt x="856009" y="6068615"/>
                  <a:pt x="895097" y="6082903"/>
                </a:cubicBezTo>
                <a:cubicBezTo>
                  <a:pt x="998144" y="6118622"/>
                  <a:pt x="1101192" y="6157912"/>
                  <a:pt x="1204239" y="6193631"/>
                </a:cubicBezTo>
                <a:cubicBezTo>
                  <a:pt x="1271754" y="6215062"/>
                  <a:pt x="1339267" y="6247209"/>
                  <a:pt x="1428102" y="6222206"/>
                </a:cubicBezTo>
                <a:cubicBezTo>
                  <a:pt x="1349928" y="6093619"/>
                  <a:pt x="1218453" y="6068615"/>
                  <a:pt x="1111852" y="6029325"/>
                </a:cubicBezTo>
                <a:cubicBezTo>
                  <a:pt x="980377" y="5979319"/>
                  <a:pt x="902203" y="5886450"/>
                  <a:pt x="806262" y="5779294"/>
                </a:cubicBezTo>
                <a:cubicBezTo>
                  <a:pt x="902203" y="5750719"/>
                  <a:pt x="962610" y="5829300"/>
                  <a:pt x="1040785" y="5825728"/>
                </a:cubicBezTo>
                <a:cubicBezTo>
                  <a:pt x="1044338" y="5815012"/>
                  <a:pt x="1051445" y="5793581"/>
                  <a:pt x="1051445" y="5793581"/>
                </a:cubicBezTo>
                <a:cubicBezTo>
                  <a:pt x="923523" y="5736431"/>
                  <a:pt x="866670" y="5629275"/>
                  <a:pt x="845349" y="5497115"/>
                </a:cubicBezTo>
                <a:cubicBezTo>
                  <a:pt x="838243" y="5429250"/>
                  <a:pt x="792049" y="5407819"/>
                  <a:pt x="745855" y="5375672"/>
                </a:cubicBezTo>
                <a:cubicBezTo>
                  <a:pt x="589507" y="5264943"/>
                  <a:pt x="422499" y="5164931"/>
                  <a:pt x="291024" y="5014913"/>
                </a:cubicBezTo>
                <a:cubicBezTo>
                  <a:pt x="443819" y="5032771"/>
                  <a:pt x="564633" y="5132784"/>
                  <a:pt x="724535" y="5175647"/>
                </a:cubicBezTo>
                <a:cubicBezTo>
                  <a:pt x="596614" y="5011340"/>
                  <a:pt x="429605" y="4925615"/>
                  <a:pt x="276811" y="4825603"/>
                </a:cubicBezTo>
                <a:cubicBezTo>
                  <a:pt x="205743" y="4779169"/>
                  <a:pt x="141783" y="4722018"/>
                  <a:pt x="60055" y="4697016"/>
                </a:cubicBezTo>
                <a:cubicBezTo>
                  <a:pt x="31628" y="4689872"/>
                  <a:pt x="-18119" y="4672013"/>
                  <a:pt x="6755" y="4622006"/>
                </a:cubicBezTo>
                <a:cubicBezTo>
                  <a:pt x="28075" y="4579144"/>
                  <a:pt x="67162" y="4593432"/>
                  <a:pt x="102696" y="4604146"/>
                </a:cubicBezTo>
                <a:cubicBezTo>
                  <a:pt x="187976" y="4632722"/>
                  <a:pt x="280364" y="4632722"/>
                  <a:pt x="397625" y="4632722"/>
                </a:cubicBezTo>
                <a:cubicBezTo>
                  <a:pt x="298131" y="4496990"/>
                  <a:pt x="116909" y="4539853"/>
                  <a:pt x="31628" y="4396978"/>
                </a:cubicBezTo>
                <a:cubicBezTo>
                  <a:pt x="138229" y="4371976"/>
                  <a:pt x="219957" y="4421982"/>
                  <a:pt x="305237" y="4432697"/>
                </a:cubicBezTo>
                <a:cubicBezTo>
                  <a:pt x="383412" y="4443413"/>
                  <a:pt x="401178" y="4418409"/>
                  <a:pt x="383412" y="4339828"/>
                </a:cubicBezTo>
                <a:cubicBezTo>
                  <a:pt x="354985" y="4218385"/>
                  <a:pt x="397625" y="4157662"/>
                  <a:pt x="511333" y="4189810"/>
                </a:cubicBezTo>
                <a:cubicBezTo>
                  <a:pt x="617934" y="4221956"/>
                  <a:pt x="628594" y="4175522"/>
                  <a:pt x="600167" y="4107656"/>
                </a:cubicBezTo>
                <a:cubicBezTo>
                  <a:pt x="557527" y="4007644"/>
                  <a:pt x="603720" y="3929063"/>
                  <a:pt x="635701" y="3843337"/>
                </a:cubicBezTo>
                <a:cubicBezTo>
                  <a:pt x="685448" y="3714750"/>
                  <a:pt x="664128" y="3650456"/>
                  <a:pt x="561080" y="3554015"/>
                </a:cubicBezTo>
                <a:cubicBezTo>
                  <a:pt x="500673" y="3500438"/>
                  <a:pt x="440265" y="3454003"/>
                  <a:pt x="354985" y="3407569"/>
                </a:cubicBezTo>
                <a:cubicBezTo>
                  <a:pt x="550420" y="3382565"/>
                  <a:pt x="347878" y="3296841"/>
                  <a:pt x="415392" y="3243263"/>
                </a:cubicBezTo>
                <a:cubicBezTo>
                  <a:pt x="553973" y="3221831"/>
                  <a:pt x="664128" y="3393282"/>
                  <a:pt x="852456" y="3343275"/>
                </a:cubicBezTo>
                <a:cubicBezTo>
                  <a:pt x="625041" y="3196828"/>
                  <a:pt x="369198" y="3150393"/>
                  <a:pt x="202190" y="2953940"/>
                </a:cubicBezTo>
                <a:cubicBezTo>
                  <a:pt x="241277" y="2911078"/>
                  <a:pt x="280364" y="2953940"/>
                  <a:pt x="312344" y="2936081"/>
                </a:cubicBezTo>
                <a:cubicBezTo>
                  <a:pt x="312344" y="2925365"/>
                  <a:pt x="685448" y="2993232"/>
                  <a:pt x="706768" y="2714625"/>
                </a:cubicBezTo>
                <a:cubicBezTo>
                  <a:pt x="713875" y="2714625"/>
                  <a:pt x="720982" y="2714625"/>
                  <a:pt x="728088" y="2703909"/>
                </a:cubicBezTo>
                <a:cubicBezTo>
                  <a:pt x="767175" y="2664619"/>
                  <a:pt x="731642" y="2571750"/>
                  <a:pt x="795602" y="2564606"/>
                </a:cubicBezTo>
                <a:cubicBezTo>
                  <a:pt x="866670" y="2557462"/>
                  <a:pt x="934184" y="2525315"/>
                  <a:pt x="1008804" y="2543175"/>
                </a:cubicBezTo>
                <a:cubicBezTo>
                  <a:pt x="1065658" y="2557462"/>
                  <a:pt x="1126065" y="2575322"/>
                  <a:pt x="1186473" y="2575322"/>
                </a:cubicBezTo>
                <a:cubicBezTo>
                  <a:pt x="1250433" y="2575322"/>
                  <a:pt x="1339267" y="2696766"/>
                  <a:pt x="1378355" y="2536031"/>
                </a:cubicBezTo>
                <a:cubicBezTo>
                  <a:pt x="1378355" y="2528888"/>
                  <a:pt x="1488509" y="2546747"/>
                  <a:pt x="1548916" y="2553891"/>
                </a:cubicBezTo>
                <a:cubicBezTo>
                  <a:pt x="1598663" y="2561035"/>
                  <a:pt x="1659071" y="2593181"/>
                  <a:pt x="1694604" y="2528888"/>
                </a:cubicBezTo>
                <a:cubicBezTo>
                  <a:pt x="1712371" y="2489596"/>
                  <a:pt x="1627090" y="2418159"/>
                  <a:pt x="1552469" y="2411015"/>
                </a:cubicBezTo>
                <a:cubicBezTo>
                  <a:pt x="1484956" y="2403872"/>
                  <a:pt x="1417442" y="2396728"/>
                  <a:pt x="1353481" y="2411015"/>
                </a:cubicBezTo>
                <a:cubicBezTo>
                  <a:pt x="1275307" y="2428875"/>
                  <a:pt x="1232666" y="2400300"/>
                  <a:pt x="1211346" y="2336007"/>
                </a:cubicBezTo>
                <a:cubicBezTo>
                  <a:pt x="1186473" y="2268141"/>
                  <a:pt x="1140279" y="2232422"/>
                  <a:pt x="1076318" y="2200275"/>
                </a:cubicBezTo>
                <a:cubicBezTo>
                  <a:pt x="919970" y="2121694"/>
                  <a:pt x="770729" y="2028825"/>
                  <a:pt x="600167" y="1982390"/>
                </a:cubicBezTo>
                <a:cubicBezTo>
                  <a:pt x="568187" y="1975246"/>
                  <a:pt x="529100" y="1960959"/>
                  <a:pt x="514886" y="1900238"/>
                </a:cubicBezTo>
                <a:cubicBezTo>
                  <a:pt x="976824" y="1993106"/>
                  <a:pt x="1396121" y="2232422"/>
                  <a:pt x="1872273" y="2218135"/>
                </a:cubicBezTo>
                <a:cubicBezTo>
                  <a:pt x="1744351" y="2143125"/>
                  <a:pt x="1591557" y="2139554"/>
                  <a:pt x="1452975" y="2085975"/>
                </a:cubicBezTo>
                <a:cubicBezTo>
                  <a:pt x="1552469" y="2046685"/>
                  <a:pt x="1644857" y="2089547"/>
                  <a:pt x="1737245" y="2110978"/>
                </a:cubicBezTo>
                <a:cubicBezTo>
                  <a:pt x="1815419" y="2128837"/>
                  <a:pt x="1886486" y="2132410"/>
                  <a:pt x="1893593" y="2021681"/>
                </a:cubicBezTo>
                <a:cubicBezTo>
                  <a:pt x="1893593" y="2010965"/>
                  <a:pt x="1893593" y="2003821"/>
                  <a:pt x="1893593" y="1993106"/>
                </a:cubicBezTo>
                <a:cubicBezTo>
                  <a:pt x="1865166" y="1946672"/>
                  <a:pt x="1826079" y="1925240"/>
                  <a:pt x="1776332" y="1910953"/>
                </a:cubicBezTo>
                <a:cubicBezTo>
                  <a:pt x="1747905" y="1903809"/>
                  <a:pt x="1708818" y="1889522"/>
                  <a:pt x="1708818" y="1857375"/>
                </a:cubicBezTo>
                <a:cubicBezTo>
                  <a:pt x="1712371" y="1735931"/>
                  <a:pt x="1616430" y="1700212"/>
                  <a:pt x="1524043" y="1664493"/>
                </a:cubicBezTo>
                <a:cubicBezTo>
                  <a:pt x="1573790" y="1603772"/>
                  <a:pt x="1616430" y="1646635"/>
                  <a:pt x="1655517" y="1643062"/>
                </a:cubicBezTo>
                <a:cubicBezTo>
                  <a:pt x="1680391" y="1639491"/>
                  <a:pt x="1705264" y="1635919"/>
                  <a:pt x="1705264" y="1603772"/>
                </a:cubicBezTo>
                <a:cubicBezTo>
                  <a:pt x="1705264" y="1578769"/>
                  <a:pt x="1694604" y="1546622"/>
                  <a:pt x="1669731" y="1546622"/>
                </a:cubicBezTo>
                <a:cubicBezTo>
                  <a:pt x="1513383" y="1543050"/>
                  <a:pt x="1424548" y="1371600"/>
                  <a:pt x="1261093" y="1371600"/>
                </a:cubicBezTo>
                <a:cubicBezTo>
                  <a:pt x="1161599" y="1371600"/>
                  <a:pt x="1310841" y="1275159"/>
                  <a:pt x="1229113" y="1235869"/>
                </a:cubicBezTo>
                <a:cubicBezTo>
                  <a:pt x="1211346" y="1225153"/>
                  <a:pt x="1278860" y="1210866"/>
                  <a:pt x="1307287" y="1214437"/>
                </a:cubicBezTo>
                <a:cubicBezTo>
                  <a:pt x="1335714" y="1218009"/>
                  <a:pt x="1360588" y="1243013"/>
                  <a:pt x="1396121" y="1225153"/>
                </a:cubicBezTo>
                <a:cubicBezTo>
                  <a:pt x="1413888" y="1160860"/>
                  <a:pt x="1367694" y="1135856"/>
                  <a:pt x="1325054" y="1117997"/>
                </a:cubicBezTo>
                <a:cubicBezTo>
                  <a:pt x="1232666" y="1075135"/>
                  <a:pt x="1140279" y="1025129"/>
                  <a:pt x="1037231" y="1010841"/>
                </a:cubicBezTo>
                <a:cubicBezTo>
                  <a:pt x="1001698" y="1007269"/>
                  <a:pt x="980377" y="989409"/>
                  <a:pt x="983931" y="953690"/>
                </a:cubicBezTo>
                <a:cubicBezTo>
                  <a:pt x="991037" y="907256"/>
                  <a:pt x="1026571" y="921544"/>
                  <a:pt x="1054998" y="925115"/>
                </a:cubicBezTo>
                <a:cubicBezTo>
                  <a:pt x="1072765" y="928688"/>
                  <a:pt x="1090532" y="939403"/>
                  <a:pt x="1108299" y="914400"/>
                </a:cubicBezTo>
                <a:cubicBezTo>
                  <a:pt x="692555" y="660797"/>
                  <a:pt x="472246" y="675085"/>
                  <a:pt x="6755" y="467915"/>
                </a:cubicBezTo>
                <a:cubicBezTo>
                  <a:pt x="109802" y="428625"/>
                  <a:pt x="184423" y="457200"/>
                  <a:pt x="255490" y="464344"/>
                </a:cubicBezTo>
                <a:cubicBezTo>
                  <a:pt x="433159" y="482203"/>
                  <a:pt x="323004" y="514350"/>
                  <a:pt x="500673" y="535781"/>
                </a:cubicBezTo>
                <a:cubicBezTo>
                  <a:pt x="585954" y="546497"/>
                  <a:pt x="664128" y="582216"/>
                  <a:pt x="760069" y="525066"/>
                </a:cubicBezTo>
                <a:cubicBezTo>
                  <a:pt x="824029" y="485775"/>
                  <a:pt x="927077" y="528637"/>
                  <a:pt x="1005251" y="560785"/>
                </a:cubicBezTo>
                <a:cubicBezTo>
                  <a:pt x="1069212" y="589360"/>
                  <a:pt x="1133172" y="596503"/>
                  <a:pt x="1218453" y="560785"/>
                </a:cubicBezTo>
                <a:cubicBezTo>
                  <a:pt x="1140279" y="539354"/>
                  <a:pt x="1079872" y="521494"/>
                  <a:pt x="1019464" y="507206"/>
                </a:cubicBezTo>
                <a:cubicBezTo>
                  <a:pt x="969717" y="496491"/>
                  <a:pt x="941290" y="471488"/>
                  <a:pt x="944844" y="417909"/>
                </a:cubicBezTo>
                <a:cubicBezTo>
                  <a:pt x="944844" y="389334"/>
                  <a:pt x="934184" y="350044"/>
                  <a:pt x="969717" y="335757"/>
                </a:cubicBezTo>
                <a:cubicBezTo>
                  <a:pt x="998144" y="321469"/>
                  <a:pt x="1037231" y="335757"/>
                  <a:pt x="1051445" y="360759"/>
                </a:cubicBezTo>
                <a:cubicBezTo>
                  <a:pt x="1069212" y="407194"/>
                  <a:pt x="1086978" y="450056"/>
                  <a:pt x="1147386" y="453629"/>
                </a:cubicBezTo>
                <a:cubicBezTo>
                  <a:pt x="1229113" y="460771"/>
                  <a:pt x="1182919" y="432197"/>
                  <a:pt x="1168706" y="396478"/>
                </a:cubicBezTo>
                <a:cubicBezTo>
                  <a:pt x="1154492" y="357188"/>
                  <a:pt x="1197133" y="346472"/>
                  <a:pt x="1225560" y="353615"/>
                </a:cubicBezTo>
                <a:cubicBezTo>
                  <a:pt x="1332161" y="385763"/>
                  <a:pt x="1442315" y="328613"/>
                  <a:pt x="1552469" y="375047"/>
                </a:cubicBezTo>
                <a:cubicBezTo>
                  <a:pt x="1524043" y="260747"/>
                  <a:pt x="1463635" y="210741"/>
                  <a:pt x="1335714" y="192881"/>
                </a:cubicBezTo>
                <a:cubicBezTo>
                  <a:pt x="1289520" y="189310"/>
                  <a:pt x="1239773" y="196453"/>
                  <a:pt x="1197133" y="164306"/>
                </a:cubicBezTo>
                <a:cubicBezTo>
                  <a:pt x="1172259" y="146447"/>
                  <a:pt x="1147386" y="125016"/>
                  <a:pt x="1165153" y="89297"/>
                </a:cubicBezTo>
                <a:cubicBezTo>
                  <a:pt x="1175813" y="64294"/>
                  <a:pt x="1204239" y="64294"/>
                  <a:pt x="1229113" y="71437"/>
                </a:cubicBezTo>
                <a:cubicBezTo>
                  <a:pt x="1332161" y="110728"/>
                  <a:pt x="1442315" y="121444"/>
                  <a:pt x="1548916" y="135731"/>
                </a:cubicBezTo>
                <a:cubicBezTo>
                  <a:pt x="1566683" y="139303"/>
                  <a:pt x="1584450" y="146447"/>
                  <a:pt x="1602217" y="110728"/>
                </a:cubicBezTo>
                <a:cubicBezTo>
                  <a:pt x="1477849" y="78581"/>
                  <a:pt x="1357034" y="35719"/>
                  <a:pt x="1232666" y="0"/>
                </a:cubicBezTo>
                <a:close/>
              </a:path>
            </a:pathLst>
          </a:custGeom>
          <a:solidFill>
            <a:schemeClr val="bg2">
              <a:alpha val="50000"/>
            </a:schemeClr>
          </a:solidFill>
          <a:ln w="32707" cap="flat">
            <a:noFill/>
            <a:prstDash val="solid"/>
            <a:miter/>
          </a:ln>
        </p:spPr>
        <p:txBody>
          <a:bodyPr wrap="square" rtlCol="0" anchor="ctr">
            <a:noAutofit/>
          </a:bodyPr>
          <a:lstStyle/>
          <a:p>
            <a:endParaRPr lang="en-US">
              <a:solidFill>
                <a:schemeClr val="tx1"/>
              </a:solidFill>
            </a:endParaRPr>
          </a:p>
        </p:txBody>
      </p:sp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AAF000ED-3D25-0561-6D56-9ABD5657961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5845" y="361631"/>
            <a:ext cx="6038826" cy="1341238"/>
          </a:xfrm>
        </p:spPr>
        <p:txBody>
          <a:bodyPr>
            <a:normAutofit/>
          </a:bodyPr>
          <a:lstStyle/>
          <a:p>
            <a:r>
              <a:rPr lang="ru-RU" sz="3600" b="1">
                <a:ea typeface="+mj-lt"/>
                <a:cs typeface="+mj-lt"/>
              </a:rPr>
              <a:t>Используемые технологии</a:t>
            </a:r>
            <a:endParaRPr lang="ru-RU" sz="360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481475E3-883B-2F0B-EE30-CE7135088B6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04174" y="1725682"/>
            <a:ext cx="4848857" cy="4921007"/>
          </a:xfrm>
        </p:spPr>
        <p:txBody>
          <a:bodyPr vert="horz" lIns="91440" tIns="45720" rIns="91440" bIns="45720" rtlCol="0" anchor="t">
            <a:noAutofit/>
          </a:bodyPr>
          <a:lstStyle/>
          <a:p>
            <a:pPr marL="0" indent="0">
              <a:buNone/>
            </a:pPr>
            <a:r>
              <a:rPr lang="en-US" sz="1800" b="1"/>
              <a:t>HTML</a:t>
            </a:r>
            <a:endParaRPr lang="en-US" sz="1800"/>
          </a:p>
          <a:p>
            <a:r>
              <a:rPr lang="en-US" sz="1800" dirty="0" err="1">
                <a:ea typeface="+mn-lt"/>
                <a:cs typeface="+mn-lt"/>
              </a:rPr>
              <a:t>Структура</a:t>
            </a:r>
            <a:r>
              <a:rPr lang="en-US" sz="1800" dirty="0">
                <a:ea typeface="+mn-lt"/>
                <a:cs typeface="+mn-lt"/>
              </a:rPr>
              <a:t> web-</a:t>
            </a:r>
            <a:r>
              <a:rPr lang="en-US" sz="1800" dirty="0" err="1">
                <a:ea typeface="+mn-lt"/>
                <a:cs typeface="+mn-lt"/>
              </a:rPr>
              <a:t>страниц</a:t>
            </a:r>
            <a:r>
              <a:rPr lang="en-US" sz="1800" dirty="0">
                <a:ea typeface="+mn-lt"/>
                <a:cs typeface="+mn-lt"/>
              </a:rPr>
              <a:t> </a:t>
            </a:r>
            <a:endParaRPr lang="en-US" sz="1800" dirty="0"/>
          </a:p>
          <a:p>
            <a:r>
              <a:rPr lang="en-US" sz="1800" err="1">
                <a:ea typeface="+mn-lt"/>
                <a:cs typeface="+mn-lt"/>
              </a:rPr>
              <a:t>Навигационное</a:t>
            </a:r>
            <a:r>
              <a:rPr lang="en-US" sz="1800" dirty="0">
                <a:ea typeface="+mn-lt"/>
                <a:cs typeface="+mn-lt"/>
              </a:rPr>
              <a:t> </a:t>
            </a:r>
            <a:r>
              <a:rPr lang="en-US" sz="1800" err="1">
                <a:ea typeface="+mn-lt"/>
                <a:cs typeface="+mn-lt"/>
              </a:rPr>
              <a:t>меню</a:t>
            </a:r>
            <a:r>
              <a:rPr lang="en-US" sz="1800" dirty="0">
                <a:ea typeface="+mn-lt"/>
                <a:cs typeface="+mn-lt"/>
              </a:rPr>
              <a:t> </a:t>
            </a:r>
            <a:endParaRPr lang="en-US" sz="1800" dirty="0"/>
          </a:p>
          <a:p>
            <a:r>
              <a:rPr lang="en-US" sz="1800" err="1">
                <a:ea typeface="+mn-lt"/>
                <a:cs typeface="+mn-lt"/>
              </a:rPr>
              <a:t>Каталог</a:t>
            </a:r>
            <a:r>
              <a:rPr lang="en-US" sz="1800" dirty="0">
                <a:ea typeface="+mn-lt"/>
                <a:cs typeface="+mn-lt"/>
              </a:rPr>
              <a:t> </a:t>
            </a:r>
            <a:r>
              <a:rPr lang="en-US" sz="1800" err="1">
                <a:ea typeface="+mn-lt"/>
                <a:cs typeface="+mn-lt"/>
              </a:rPr>
              <a:t>товаров</a:t>
            </a:r>
            <a:r>
              <a:rPr lang="en-US" sz="1800" dirty="0">
                <a:ea typeface="+mn-lt"/>
                <a:cs typeface="+mn-lt"/>
              </a:rPr>
              <a:t> </a:t>
            </a:r>
            <a:endParaRPr lang="en-US" sz="1800" dirty="0"/>
          </a:p>
          <a:p>
            <a:pPr marL="0" indent="0">
              <a:buNone/>
            </a:pPr>
            <a:r>
              <a:rPr lang="en-US" sz="1800" b="1"/>
              <a:t>CSS</a:t>
            </a:r>
          </a:p>
          <a:p>
            <a:r>
              <a:rPr lang="en-US" sz="1800" err="1">
                <a:ea typeface="+mn-lt"/>
                <a:cs typeface="+mn-lt"/>
              </a:rPr>
              <a:t>Дизайн</a:t>
            </a:r>
            <a:r>
              <a:rPr lang="en-US" sz="1800" dirty="0">
                <a:ea typeface="+mn-lt"/>
                <a:cs typeface="+mn-lt"/>
              </a:rPr>
              <a:t> </a:t>
            </a:r>
            <a:r>
              <a:rPr lang="en-US" sz="1800" err="1">
                <a:ea typeface="+mn-lt"/>
                <a:cs typeface="+mn-lt"/>
              </a:rPr>
              <a:t>интерфейса</a:t>
            </a:r>
            <a:r>
              <a:rPr lang="en-US" sz="1800" dirty="0">
                <a:ea typeface="+mn-lt"/>
                <a:cs typeface="+mn-lt"/>
              </a:rPr>
              <a:t> </a:t>
            </a:r>
            <a:endParaRPr lang="en-US" sz="1800" dirty="0"/>
          </a:p>
          <a:p>
            <a:r>
              <a:rPr lang="en-US" sz="1800" err="1">
                <a:ea typeface="+mn-lt"/>
                <a:cs typeface="+mn-lt"/>
              </a:rPr>
              <a:t>Адаптивная</a:t>
            </a:r>
            <a:r>
              <a:rPr lang="en-US" sz="1800" dirty="0">
                <a:ea typeface="+mn-lt"/>
                <a:cs typeface="+mn-lt"/>
              </a:rPr>
              <a:t> </a:t>
            </a:r>
            <a:r>
              <a:rPr lang="en-US" sz="1800" err="1">
                <a:ea typeface="+mn-lt"/>
                <a:cs typeface="+mn-lt"/>
              </a:rPr>
              <a:t>вёрстка</a:t>
            </a:r>
            <a:r>
              <a:rPr lang="en-US" sz="1800" dirty="0">
                <a:ea typeface="+mn-lt"/>
                <a:cs typeface="+mn-lt"/>
              </a:rPr>
              <a:t> </a:t>
            </a:r>
            <a:endParaRPr lang="en-US" sz="1800" dirty="0"/>
          </a:p>
          <a:p>
            <a:r>
              <a:rPr lang="en-US" sz="1800" dirty="0" err="1">
                <a:ea typeface="+mn-lt"/>
                <a:cs typeface="+mn-lt"/>
              </a:rPr>
              <a:t>Анимации</a:t>
            </a:r>
            <a:r>
              <a:rPr lang="en-US" sz="1800" dirty="0">
                <a:ea typeface="+mn-lt"/>
                <a:cs typeface="+mn-lt"/>
              </a:rPr>
              <a:t> и hover effects </a:t>
            </a:r>
            <a:endParaRPr lang="en-US" sz="1800" dirty="0"/>
          </a:p>
          <a:p>
            <a:pPr marL="0" indent="0">
              <a:buNone/>
            </a:pPr>
            <a:r>
              <a:rPr lang="en-US" sz="1800" b="1"/>
              <a:t>JavaScript</a:t>
            </a:r>
          </a:p>
          <a:p>
            <a:r>
              <a:rPr lang="en-US" sz="1800" err="1">
                <a:ea typeface="+mn-lt"/>
                <a:cs typeface="+mn-lt"/>
              </a:rPr>
              <a:t>Поиск</a:t>
            </a:r>
            <a:r>
              <a:rPr lang="en-US" sz="1800" dirty="0">
                <a:ea typeface="+mn-lt"/>
                <a:cs typeface="+mn-lt"/>
              </a:rPr>
              <a:t> </a:t>
            </a:r>
            <a:r>
              <a:rPr lang="en-US" sz="1800" err="1">
                <a:ea typeface="+mn-lt"/>
                <a:cs typeface="+mn-lt"/>
              </a:rPr>
              <a:t>товаров</a:t>
            </a:r>
            <a:r>
              <a:rPr lang="en-US" sz="1800" dirty="0">
                <a:ea typeface="+mn-lt"/>
                <a:cs typeface="+mn-lt"/>
              </a:rPr>
              <a:t> </a:t>
            </a:r>
            <a:endParaRPr lang="en-US" sz="1800" dirty="0"/>
          </a:p>
          <a:p>
            <a:r>
              <a:rPr lang="en-US" sz="1800">
                <a:ea typeface="+mn-lt"/>
                <a:cs typeface="+mn-lt"/>
              </a:rPr>
              <a:t>Modal window </a:t>
            </a:r>
            <a:endParaRPr lang="en-US" sz="1800"/>
          </a:p>
          <a:p>
            <a:r>
              <a:rPr lang="en-US" sz="1800" err="1">
                <a:ea typeface="+mn-lt"/>
                <a:cs typeface="+mn-lt"/>
              </a:rPr>
              <a:t>Проверка</a:t>
            </a:r>
            <a:r>
              <a:rPr lang="en-US" sz="1800" dirty="0">
                <a:ea typeface="+mn-lt"/>
                <a:cs typeface="+mn-lt"/>
              </a:rPr>
              <a:t> </a:t>
            </a:r>
            <a:r>
              <a:rPr lang="en-US" sz="1800" err="1">
                <a:ea typeface="+mn-lt"/>
                <a:cs typeface="+mn-lt"/>
              </a:rPr>
              <a:t>формы</a:t>
            </a:r>
            <a:r>
              <a:rPr lang="en-US" sz="1800" dirty="0">
                <a:ea typeface="+mn-lt"/>
                <a:cs typeface="+mn-lt"/>
              </a:rPr>
              <a:t> </a:t>
            </a:r>
            <a:endParaRPr lang="en-US" sz="1800" dirty="0"/>
          </a:p>
          <a:p>
            <a:r>
              <a:rPr lang="en-US" sz="1800">
                <a:ea typeface="+mn-lt"/>
                <a:cs typeface="+mn-lt"/>
              </a:rPr>
              <a:t>Flash messages</a:t>
            </a:r>
            <a:endParaRPr lang="en-US" sz="1800"/>
          </a:p>
          <a:p>
            <a:endParaRPr lang="en-US" sz="1000"/>
          </a:p>
        </p:txBody>
      </p:sp>
      <p:pic>
        <p:nvPicPr>
          <p:cNvPr id="4" name="Объект 3" descr="Изображение выглядит как текст, снимок экрана, программное обеспечение, дисплей&#10;&#10;Содержимое, созданное искусственным интеллектом, может быть неверным.">
            <a:extLst>
              <a:ext uri="{FF2B5EF4-FFF2-40B4-BE49-F238E27FC236}">
                <a16:creationId xmlns:a16="http://schemas.microsoft.com/office/drawing/2014/main" id="{F7583652-C5F1-11FA-A0D9-B4CD24DE71C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15174" y="643234"/>
            <a:ext cx="4374831" cy="2624899"/>
          </a:xfrm>
          <a:prstGeom prst="rect">
            <a:avLst/>
          </a:prstGeom>
        </p:spPr>
      </p:pic>
      <p:pic>
        <p:nvPicPr>
          <p:cNvPr id="5" name="Рисунок 4" descr="Изображение выглядит как текст, снимок экрана, одежда, программное обеспечение&#10;&#10;Содержимое, созданное искусственным интеллектом, может быть неверным.">
            <a:extLst>
              <a:ext uri="{FF2B5EF4-FFF2-40B4-BE49-F238E27FC236}">
                <a16:creationId xmlns:a16="http://schemas.microsoft.com/office/drawing/2014/main" id="{2A855301-2D33-EE8F-5494-F4D74A2256D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56646" y="3642754"/>
            <a:ext cx="4491887" cy="248176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6858315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Rectangle 33">
            <a:extLst>
              <a:ext uri="{FF2B5EF4-FFF2-40B4-BE49-F238E27FC236}">
                <a16:creationId xmlns:a16="http://schemas.microsoft.com/office/drawing/2014/main" id="{D7A453D2-15D8-4403-815F-291FA16340D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048" y="0"/>
            <a:ext cx="12188952" cy="68580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1" name="Rectangle 35">
            <a:extLst>
              <a:ext uri="{FF2B5EF4-FFF2-40B4-BE49-F238E27FC236}">
                <a16:creationId xmlns:a16="http://schemas.microsoft.com/office/drawing/2014/main" id="{8161EA6B-09CA-445B-AB0D-8DF76FA92DE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chemeClr val="tx1">
              <a:alpha val="53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38" name="Group 37">
            <a:extLst>
              <a:ext uri="{FF2B5EF4-FFF2-40B4-BE49-F238E27FC236}">
                <a16:creationId xmlns:a16="http://schemas.microsoft.com/office/drawing/2014/main" id="{7F277EAE-FC73-4AE5-9BDB-0BE814F9540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1" y="2075420"/>
            <a:ext cx="12048729" cy="4093306"/>
            <a:chOff x="1" y="2075420"/>
            <a:chExt cx="12048729" cy="4093306"/>
          </a:xfrm>
        </p:grpSpPr>
        <p:sp>
          <p:nvSpPr>
            <p:cNvPr id="39" name="Oval 38">
              <a:extLst>
                <a:ext uri="{FF2B5EF4-FFF2-40B4-BE49-F238E27FC236}">
                  <a16:creationId xmlns:a16="http://schemas.microsoft.com/office/drawing/2014/main" id="{66CC8DCE-8D82-400F-A315-4CD008FDA60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rot="4500000">
              <a:off x="7942191" y="2507571"/>
              <a:ext cx="3563871" cy="3563871"/>
            </a:xfrm>
            <a:prstGeom prst="ellipse">
              <a:avLst/>
            </a:prstGeom>
            <a:noFill/>
            <a:ln w="31750">
              <a:gradFill>
                <a:gsLst>
                  <a:gs pos="0">
                    <a:schemeClr val="tx2">
                      <a:lumMod val="60000"/>
                      <a:lumOff val="40000"/>
                      <a:alpha val="10000"/>
                    </a:schemeClr>
                  </a:gs>
                  <a:gs pos="100000">
                    <a:schemeClr val="tx2">
                      <a:lumMod val="50000"/>
                      <a:alpha val="20000"/>
                    </a:schemeClr>
                  </a:gs>
                </a:gsLst>
                <a:lin ang="5400000" scaled="1"/>
              </a:gradFill>
              <a:prstDash val="sysDot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0" name="Oval 39">
              <a:extLst>
                <a:ext uri="{FF2B5EF4-FFF2-40B4-BE49-F238E27FC236}">
                  <a16:creationId xmlns:a16="http://schemas.microsoft.com/office/drawing/2014/main" id="{339B13E9-2F1D-489D-842D-20AC7313D1E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rot="16200000">
              <a:off x="10435065" y="4048931"/>
              <a:ext cx="1381607" cy="1381607"/>
            </a:xfrm>
            <a:prstGeom prst="ellipse">
              <a:avLst/>
            </a:prstGeom>
            <a:noFill/>
            <a:ln w="31750">
              <a:gradFill>
                <a:gsLst>
                  <a:gs pos="0">
                    <a:schemeClr val="tx2">
                      <a:lumMod val="60000"/>
                      <a:lumOff val="40000"/>
                      <a:alpha val="20000"/>
                    </a:schemeClr>
                  </a:gs>
                  <a:gs pos="100000">
                    <a:schemeClr val="tx2">
                      <a:lumMod val="50000"/>
                      <a:alpha val="20000"/>
                    </a:schemeClr>
                  </a:gs>
                </a:gsLst>
                <a:lin ang="5400000" scaled="1"/>
              </a:gradFill>
              <a:prstDash val="sysDot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1" name="Oval 40">
              <a:extLst>
                <a:ext uri="{FF2B5EF4-FFF2-40B4-BE49-F238E27FC236}">
                  <a16:creationId xmlns:a16="http://schemas.microsoft.com/office/drawing/2014/main" id="{1E7447BD-F39C-4290-8A87-E61FD98A289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rot="16200000">
              <a:off x="1" y="2075420"/>
              <a:ext cx="3144364" cy="3144364"/>
            </a:xfrm>
            <a:prstGeom prst="ellipse">
              <a:avLst/>
            </a:prstGeom>
            <a:gradFill>
              <a:gsLst>
                <a:gs pos="0">
                  <a:schemeClr val="tx2">
                    <a:lumMod val="75000"/>
                    <a:alpha val="20000"/>
                  </a:schemeClr>
                </a:gs>
                <a:gs pos="100000">
                  <a:schemeClr val="tx2">
                    <a:lumMod val="50000"/>
                    <a:alpha val="10000"/>
                  </a:schemeClr>
                </a:gs>
              </a:gsLst>
              <a:lin ang="5400000" scaled="1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2" name="Oval 41">
              <a:extLst>
                <a:ext uri="{FF2B5EF4-FFF2-40B4-BE49-F238E27FC236}">
                  <a16:creationId xmlns:a16="http://schemas.microsoft.com/office/drawing/2014/main" id="{AEB36854-40EE-40C4-A488-60EAA83B272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rot="12600000">
              <a:off x="10150845" y="4270841"/>
              <a:ext cx="1897885" cy="1897885"/>
            </a:xfrm>
            <a:prstGeom prst="ellipse">
              <a:avLst/>
            </a:prstGeom>
            <a:gradFill>
              <a:gsLst>
                <a:gs pos="0">
                  <a:schemeClr val="tx2">
                    <a:lumMod val="75000"/>
                    <a:alpha val="10000"/>
                  </a:schemeClr>
                </a:gs>
                <a:gs pos="100000">
                  <a:schemeClr val="tx2">
                    <a:lumMod val="75000"/>
                    <a:alpha val="20000"/>
                  </a:schemeClr>
                </a:gs>
              </a:gsLst>
              <a:lin ang="5400000" scaled="1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43" name="Oval 42">
              <a:extLst>
                <a:ext uri="{FF2B5EF4-FFF2-40B4-BE49-F238E27FC236}">
                  <a16:creationId xmlns:a16="http://schemas.microsoft.com/office/drawing/2014/main" id="{77165098-3853-4969-9EAF-796B9751F28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rot="4500000">
              <a:off x="2046780" y="3040492"/>
              <a:ext cx="2579322" cy="2579322"/>
            </a:xfrm>
            <a:prstGeom prst="ellipse">
              <a:avLst/>
            </a:prstGeom>
            <a:noFill/>
            <a:ln w="31750">
              <a:gradFill>
                <a:gsLst>
                  <a:gs pos="0">
                    <a:schemeClr val="tx2">
                      <a:lumMod val="60000"/>
                      <a:lumOff val="40000"/>
                      <a:alpha val="20000"/>
                    </a:schemeClr>
                  </a:gs>
                  <a:gs pos="100000">
                    <a:schemeClr val="tx2">
                      <a:lumMod val="50000"/>
                      <a:alpha val="20000"/>
                    </a:schemeClr>
                  </a:gs>
                </a:gsLst>
                <a:lin ang="5400000" scaled="1"/>
              </a:gradFill>
              <a:prstDash val="sysDot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4" name="Oval 43">
              <a:extLst>
                <a:ext uri="{FF2B5EF4-FFF2-40B4-BE49-F238E27FC236}">
                  <a16:creationId xmlns:a16="http://schemas.microsoft.com/office/drawing/2014/main" id="{A7EF9153-D515-4DA2-A63C-58C02983091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rot="4500000">
              <a:off x="2224640" y="3193975"/>
              <a:ext cx="2243193" cy="2243193"/>
            </a:xfrm>
            <a:prstGeom prst="ellipse">
              <a:avLst/>
            </a:prstGeom>
            <a:noFill/>
            <a:ln w="31750">
              <a:gradFill>
                <a:gsLst>
                  <a:gs pos="0">
                    <a:schemeClr val="tx2">
                      <a:lumMod val="60000"/>
                      <a:lumOff val="40000"/>
                      <a:alpha val="10000"/>
                    </a:schemeClr>
                  </a:gs>
                  <a:gs pos="100000">
                    <a:schemeClr val="tx2">
                      <a:lumMod val="50000"/>
                      <a:alpha val="10000"/>
                    </a:schemeClr>
                  </a:gs>
                </a:gsLst>
                <a:lin ang="5400000" scaled="1"/>
              </a:gra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pic>
        <p:nvPicPr>
          <p:cNvPr id="4" name="Объект 3" descr="Изображение выглядит как текст, одежда, снимок экрана, куртка&#10;&#10;Содержимое, созданное искусственным интеллектом, может быть неверным.">
            <a:extLst>
              <a:ext uri="{FF2B5EF4-FFF2-40B4-BE49-F238E27FC236}">
                <a16:creationId xmlns:a16="http://schemas.microsoft.com/office/drawing/2014/main" id="{CD23F4F3-2E23-D317-92CC-CE08318CC9C7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26170" r="24445" b="3"/>
          <a:stretch>
            <a:fillRect/>
          </a:stretch>
        </p:blipFill>
        <p:spPr>
          <a:xfrm>
            <a:off x="600456" y="412377"/>
            <a:ext cx="2647399" cy="3162778"/>
          </a:xfrm>
          <a:prstGeom prst="rect">
            <a:avLst/>
          </a:prstGeom>
        </p:spPr>
      </p:pic>
      <p:grpSp>
        <p:nvGrpSpPr>
          <p:cNvPr id="46" name="Group 45">
            <a:extLst>
              <a:ext uri="{FF2B5EF4-FFF2-40B4-BE49-F238E27FC236}">
                <a16:creationId xmlns:a16="http://schemas.microsoft.com/office/drawing/2014/main" id="{AF19A774-30A5-488B-9BAF-629C6440294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 rot="16200000">
            <a:off x="470585" y="561296"/>
            <a:ext cx="304800" cy="429768"/>
            <a:chOff x="215328" y="-46937"/>
            <a:chExt cx="304800" cy="2773841"/>
          </a:xfrm>
        </p:grpSpPr>
        <p:cxnSp>
          <p:nvCxnSpPr>
            <p:cNvPr id="47" name="Straight Connector 46">
              <a:extLst>
                <a:ext uri="{FF2B5EF4-FFF2-40B4-BE49-F238E27FC236}">
                  <a16:creationId xmlns:a16="http://schemas.microsoft.com/office/drawing/2014/main" id="{291EBF88-5B98-4258-A542-14C3AF2E522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215328" y="-46937"/>
              <a:ext cx="0" cy="2773841"/>
            </a:xfrm>
            <a:prstGeom prst="line">
              <a:avLst/>
            </a:prstGeom>
            <a:ln w="25400" cmpd="sng">
              <a:solidFill>
                <a:schemeClr val="bg2">
                  <a:lumMod val="60000"/>
                  <a:lumOff val="40000"/>
                  <a:alpha val="5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8" name="Straight Connector 47">
              <a:extLst>
                <a:ext uri="{FF2B5EF4-FFF2-40B4-BE49-F238E27FC236}">
                  <a16:creationId xmlns:a16="http://schemas.microsoft.com/office/drawing/2014/main" id="{8FBC2D58-9E3C-490D-BD7A-61EF07EA79E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316928" y="-46937"/>
              <a:ext cx="0" cy="2773841"/>
            </a:xfrm>
            <a:prstGeom prst="line">
              <a:avLst/>
            </a:prstGeom>
            <a:ln w="25400" cmpd="sng">
              <a:solidFill>
                <a:schemeClr val="bg2">
                  <a:lumMod val="60000"/>
                  <a:lumOff val="40000"/>
                  <a:alpha val="5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9" name="Straight Connector 48">
              <a:extLst>
                <a:ext uri="{FF2B5EF4-FFF2-40B4-BE49-F238E27FC236}">
                  <a16:creationId xmlns:a16="http://schemas.microsoft.com/office/drawing/2014/main" id="{B6CF1BB4-1C1D-4EDE-BA26-0243FCF83BB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418528" y="-46937"/>
              <a:ext cx="0" cy="2773841"/>
            </a:xfrm>
            <a:prstGeom prst="line">
              <a:avLst/>
            </a:prstGeom>
            <a:ln w="25400" cmpd="sng">
              <a:solidFill>
                <a:schemeClr val="bg2">
                  <a:lumMod val="60000"/>
                  <a:lumOff val="40000"/>
                  <a:alpha val="5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0" name="Straight Connector 49">
              <a:extLst>
                <a:ext uri="{FF2B5EF4-FFF2-40B4-BE49-F238E27FC236}">
                  <a16:creationId xmlns:a16="http://schemas.microsoft.com/office/drawing/2014/main" id="{00C83729-E02F-4512-AFE7-F4792228BDA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520128" y="-46937"/>
              <a:ext cx="0" cy="2773841"/>
            </a:xfrm>
            <a:prstGeom prst="line">
              <a:avLst/>
            </a:prstGeom>
            <a:ln w="25400" cmpd="sng">
              <a:solidFill>
                <a:schemeClr val="bg2">
                  <a:lumMod val="60000"/>
                  <a:lumOff val="40000"/>
                  <a:alpha val="5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pic>
        <p:nvPicPr>
          <p:cNvPr id="5" name="Рисунок 4" descr="Изображение выглядит как текст, снимок экрана, Мультимедийное программное обеспечение, программное обеспечение&#10;&#10;Содержимое, созданное искусственным интеллектом, может быть неверным.">
            <a:extLst>
              <a:ext uri="{FF2B5EF4-FFF2-40B4-BE49-F238E27FC236}">
                <a16:creationId xmlns:a16="http://schemas.microsoft.com/office/drawing/2014/main" id="{CB6363E9-5442-DDA1-33EA-16BACD894436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30108" r="23227" b="1"/>
          <a:stretch>
            <a:fillRect/>
          </a:stretch>
        </p:blipFill>
        <p:spPr>
          <a:xfrm>
            <a:off x="3343738" y="412377"/>
            <a:ext cx="2647399" cy="3162778"/>
          </a:xfrm>
          <a:prstGeom prst="rect">
            <a:avLst/>
          </a:prstGeom>
        </p:spPr>
      </p:pic>
      <p:pic>
        <p:nvPicPr>
          <p:cNvPr id="12" name="Рисунок 11" descr="Изображение выглядит как текст, снимок экрана, программное обеспечение, Значок на компьютере&#10;&#10;Содержимое, созданное искусственным интеллектом, может быть неверным.">
            <a:extLst>
              <a:ext uri="{FF2B5EF4-FFF2-40B4-BE49-F238E27FC236}">
                <a16:creationId xmlns:a16="http://schemas.microsoft.com/office/drawing/2014/main" id="{78E87153-BDC1-7A41-D736-6CE4F3DDF6A2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29518" r="28838" b="-2"/>
          <a:stretch>
            <a:fillRect/>
          </a:stretch>
        </p:blipFill>
        <p:spPr>
          <a:xfrm>
            <a:off x="6087020" y="412377"/>
            <a:ext cx="2647399" cy="3162778"/>
          </a:xfrm>
          <a:prstGeom prst="rect">
            <a:avLst/>
          </a:prstGeom>
        </p:spPr>
      </p:pic>
      <p:sp>
        <p:nvSpPr>
          <p:cNvPr id="52" name="Rectangle 51">
            <a:extLst>
              <a:ext uri="{FF2B5EF4-FFF2-40B4-BE49-F238E27FC236}">
                <a16:creationId xmlns:a16="http://schemas.microsoft.com/office/drawing/2014/main" id="{B8114C98-A349-4111-A123-E8EAB86ABE3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6200000">
            <a:off x="10438146" y="1042605"/>
            <a:ext cx="2796461" cy="711252"/>
          </a:xfrm>
          <a:prstGeom prst="rect">
            <a:avLst/>
          </a:prstGeom>
          <a:gradFill flip="none" rotWithShape="1">
            <a:gsLst>
              <a:gs pos="0">
                <a:schemeClr val="tx2">
                  <a:lumMod val="40000"/>
                  <a:lumOff val="60000"/>
                  <a:alpha val="0"/>
                </a:schemeClr>
              </a:gs>
              <a:gs pos="100000">
                <a:schemeClr val="tx2">
                  <a:lumMod val="75000"/>
                  <a:alpha val="10000"/>
                </a:schemeClr>
              </a:gs>
            </a:gsLst>
            <a:lin ang="8400000" scaled="0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54" name="Group 53">
            <a:extLst>
              <a:ext uri="{FF2B5EF4-FFF2-40B4-BE49-F238E27FC236}">
                <a16:creationId xmlns:a16="http://schemas.microsoft.com/office/drawing/2014/main" id="{670FB431-AE18-414D-92F4-1D12D199115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11259539" y="317578"/>
            <a:ext cx="548640" cy="549007"/>
            <a:chOff x="7029447" y="3514725"/>
            <a:chExt cx="1285875" cy="549007"/>
          </a:xfrm>
        </p:grpSpPr>
        <p:cxnSp>
          <p:nvCxnSpPr>
            <p:cNvPr id="55" name="Straight Connector 54">
              <a:extLst>
                <a:ext uri="{FF2B5EF4-FFF2-40B4-BE49-F238E27FC236}">
                  <a16:creationId xmlns:a16="http://schemas.microsoft.com/office/drawing/2014/main" id="{24467063-D74E-4D42-8790-B9F6D69584B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7029447" y="3514725"/>
              <a:ext cx="1285875" cy="0"/>
            </a:xfrm>
            <a:prstGeom prst="line">
              <a:avLst/>
            </a:prstGeom>
            <a:ln w="31750" cap="rnd" cmpd="sng">
              <a:gradFill>
                <a:gsLst>
                  <a:gs pos="0">
                    <a:schemeClr val="tx2">
                      <a:lumMod val="60000"/>
                      <a:lumOff val="40000"/>
                      <a:alpha val="40000"/>
                    </a:schemeClr>
                  </a:gs>
                  <a:gs pos="100000">
                    <a:schemeClr val="tx2">
                      <a:lumMod val="75000"/>
                      <a:alpha val="40000"/>
                    </a:schemeClr>
                  </a:gs>
                </a:gsLst>
                <a:lin ang="5400000" scaled="1"/>
              </a:gradFill>
              <a:prstDash val="sysDot"/>
              <a:round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6" name="Straight Connector 55">
              <a:extLst>
                <a:ext uri="{FF2B5EF4-FFF2-40B4-BE49-F238E27FC236}">
                  <a16:creationId xmlns:a16="http://schemas.microsoft.com/office/drawing/2014/main" id="{A1D19BAC-1681-47BC-AAF5-92FAFFF6F4C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7029447" y="3697727"/>
              <a:ext cx="1285875" cy="0"/>
            </a:xfrm>
            <a:prstGeom prst="line">
              <a:avLst/>
            </a:prstGeom>
            <a:ln w="31750" cap="rnd" cmpd="sng">
              <a:gradFill>
                <a:gsLst>
                  <a:gs pos="0">
                    <a:schemeClr val="tx2">
                      <a:lumMod val="60000"/>
                      <a:lumOff val="40000"/>
                      <a:alpha val="40000"/>
                    </a:schemeClr>
                  </a:gs>
                  <a:gs pos="100000">
                    <a:schemeClr val="tx2">
                      <a:lumMod val="75000"/>
                      <a:alpha val="40000"/>
                    </a:schemeClr>
                  </a:gs>
                </a:gsLst>
                <a:lin ang="5400000" scaled="1"/>
              </a:gradFill>
              <a:prstDash val="sysDot"/>
              <a:round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7" name="Straight Connector 56">
              <a:extLst>
                <a:ext uri="{FF2B5EF4-FFF2-40B4-BE49-F238E27FC236}">
                  <a16:creationId xmlns:a16="http://schemas.microsoft.com/office/drawing/2014/main" id="{94347C2B-E846-452C-97AA-7E254FC1CE8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7029447" y="3880729"/>
              <a:ext cx="1285875" cy="0"/>
            </a:xfrm>
            <a:prstGeom prst="line">
              <a:avLst/>
            </a:prstGeom>
            <a:ln w="31750" cap="rnd" cmpd="sng">
              <a:gradFill>
                <a:gsLst>
                  <a:gs pos="0">
                    <a:schemeClr val="tx2">
                      <a:lumMod val="60000"/>
                      <a:lumOff val="40000"/>
                      <a:alpha val="40000"/>
                    </a:schemeClr>
                  </a:gs>
                  <a:gs pos="100000">
                    <a:schemeClr val="tx2">
                      <a:lumMod val="75000"/>
                      <a:alpha val="40000"/>
                    </a:schemeClr>
                  </a:gs>
                </a:gsLst>
                <a:lin ang="5400000" scaled="1"/>
              </a:gradFill>
              <a:prstDash val="sysDot"/>
              <a:round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8" name="Straight Connector 57">
              <a:extLst>
                <a:ext uri="{FF2B5EF4-FFF2-40B4-BE49-F238E27FC236}">
                  <a16:creationId xmlns:a16="http://schemas.microsoft.com/office/drawing/2014/main" id="{10EA2B35-7959-4C2A-84AA-FF5D94FEDE9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7029447" y="4063732"/>
              <a:ext cx="1285875" cy="0"/>
            </a:xfrm>
            <a:prstGeom prst="line">
              <a:avLst/>
            </a:prstGeom>
            <a:ln w="31750" cap="rnd" cmpd="sng">
              <a:gradFill>
                <a:gsLst>
                  <a:gs pos="0">
                    <a:schemeClr val="tx2">
                      <a:lumMod val="60000"/>
                      <a:lumOff val="40000"/>
                      <a:alpha val="40000"/>
                    </a:schemeClr>
                  </a:gs>
                  <a:gs pos="100000">
                    <a:schemeClr val="tx2">
                      <a:lumMod val="75000"/>
                      <a:alpha val="40000"/>
                    </a:schemeClr>
                  </a:gs>
                </a:gsLst>
                <a:lin ang="5400000" scaled="1"/>
              </a:gradFill>
              <a:prstDash val="sysDot"/>
              <a:round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pic>
        <p:nvPicPr>
          <p:cNvPr id="3" name="Рисунок 2" descr="Изображение выглядит как текст, снимок экрана, программное обеспечение, веб-страница&#10;&#10;Содержимое, созданное искусственным интеллектом, может быть неверным.">
            <a:extLst>
              <a:ext uri="{FF2B5EF4-FFF2-40B4-BE49-F238E27FC236}">
                <a16:creationId xmlns:a16="http://schemas.microsoft.com/office/drawing/2014/main" id="{F06ADCA5-8D69-E171-CE25-1CCB45E9002A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l="23589" r="27863" b="2"/>
          <a:stretch>
            <a:fillRect/>
          </a:stretch>
        </p:blipFill>
        <p:spPr>
          <a:xfrm>
            <a:off x="8830303" y="412377"/>
            <a:ext cx="2647399" cy="3162778"/>
          </a:xfrm>
          <a:prstGeom prst="rect">
            <a:avLst/>
          </a:prstGeom>
        </p:spPr>
      </p:pic>
      <p:sp>
        <p:nvSpPr>
          <p:cNvPr id="60" name="Rectangle 59">
            <a:extLst>
              <a:ext uri="{FF2B5EF4-FFF2-40B4-BE49-F238E27FC236}">
                <a16:creationId xmlns:a16="http://schemas.microsoft.com/office/drawing/2014/main" id="{E2D3D3F2-ABBB-4453-B1C5-1BEBF7E4DD5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>
            <a:off x="-1" y="6140785"/>
            <a:ext cx="6095997" cy="711252"/>
          </a:xfrm>
          <a:prstGeom prst="rect">
            <a:avLst/>
          </a:prstGeom>
          <a:gradFill flip="none" rotWithShape="1">
            <a:gsLst>
              <a:gs pos="10000">
                <a:schemeClr val="tx2">
                  <a:lumMod val="50000"/>
                  <a:alpha val="10000"/>
                </a:schemeClr>
              </a:gs>
              <a:gs pos="100000">
                <a:schemeClr val="tx2">
                  <a:lumMod val="60000"/>
                  <a:lumOff val="40000"/>
                  <a:alpha val="0"/>
                </a:schemeClr>
              </a:gs>
            </a:gsLst>
            <a:lin ang="8400000" scaled="0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62" name="Group 61">
            <a:extLst>
              <a:ext uri="{FF2B5EF4-FFF2-40B4-BE49-F238E27FC236}">
                <a16:creationId xmlns:a16="http://schemas.microsoft.com/office/drawing/2014/main" id="{8214E4A5-A0D2-42C4-8D14-D2A7E495F04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 rot="5400000">
            <a:off x="616345" y="5940560"/>
            <a:ext cx="1285875" cy="549007"/>
            <a:chOff x="7029447" y="3514725"/>
            <a:chExt cx="1285875" cy="549007"/>
          </a:xfrm>
        </p:grpSpPr>
        <p:cxnSp>
          <p:nvCxnSpPr>
            <p:cNvPr id="63" name="Straight Connector 62">
              <a:extLst>
                <a:ext uri="{FF2B5EF4-FFF2-40B4-BE49-F238E27FC236}">
                  <a16:creationId xmlns:a16="http://schemas.microsoft.com/office/drawing/2014/main" id="{7494D7A0-6B21-41E8-A7D3-0033BBB7915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7029447" y="3514725"/>
              <a:ext cx="1285875" cy="0"/>
            </a:xfrm>
            <a:prstGeom prst="line">
              <a:avLst/>
            </a:prstGeom>
            <a:ln w="31750" cap="rnd" cmpd="sng">
              <a:gradFill>
                <a:gsLst>
                  <a:gs pos="0">
                    <a:schemeClr val="tx2">
                      <a:lumMod val="60000"/>
                      <a:lumOff val="40000"/>
                      <a:alpha val="40000"/>
                    </a:schemeClr>
                  </a:gs>
                  <a:gs pos="100000">
                    <a:schemeClr val="tx2">
                      <a:lumMod val="50000"/>
                      <a:alpha val="40000"/>
                    </a:schemeClr>
                  </a:gs>
                </a:gsLst>
                <a:lin ang="5400000" scaled="1"/>
              </a:gradFill>
              <a:prstDash val="sysDot"/>
              <a:round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4" name="Straight Connector 63">
              <a:extLst>
                <a:ext uri="{FF2B5EF4-FFF2-40B4-BE49-F238E27FC236}">
                  <a16:creationId xmlns:a16="http://schemas.microsoft.com/office/drawing/2014/main" id="{1E141D7D-32B0-448E-A666-EA8703AFCF2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7029447" y="3697727"/>
              <a:ext cx="1285875" cy="0"/>
            </a:xfrm>
            <a:prstGeom prst="line">
              <a:avLst/>
            </a:prstGeom>
            <a:ln w="31750" cap="rnd" cmpd="sng">
              <a:gradFill>
                <a:gsLst>
                  <a:gs pos="0">
                    <a:schemeClr val="tx2">
                      <a:lumMod val="60000"/>
                      <a:lumOff val="40000"/>
                      <a:alpha val="40000"/>
                    </a:schemeClr>
                  </a:gs>
                  <a:gs pos="100000">
                    <a:schemeClr val="tx2">
                      <a:lumMod val="50000"/>
                      <a:alpha val="40000"/>
                    </a:schemeClr>
                  </a:gs>
                </a:gsLst>
                <a:lin ang="5400000" scaled="1"/>
              </a:gradFill>
              <a:prstDash val="sysDot"/>
              <a:round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5" name="Straight Connector 64">
              <a:extLst>
                <a:ext uri="{FF2B5EF4-FFF2-40B4-BE49-F238E27FC236}">
                  <a16:creationId xmlns:a16="http://schemas.microsoft.com/office/drawing/2014/main" id="{8D87E268-6345-420F-8B97-B37ED04100E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7029447" y="3880729"/>
              <a:ext cx="1285875" cy="0"/>
            </a:xfrm>
            <a:prstGeom prst="line">
              <a:avLst/>
            </a:prstGeom>
            <a:ln w="31750" cap="rnd" cmpd="sng">
              <a:gradFill>
                <a:gsLst>
                  <a:gs pos="0">
                    <a:schemeClr val="tx2">
                      <a:lumMod val="60000"/>
                      <a:lumOff val="40000"/>
                      <a:alpha val="40000"/>
                    </a:schemeClr>
                  </a:gs>
                  <a:gs pos="100000">
                    <a:schemeClr val="tx2">
                      <a:lumMod val="50000"/>
                      <a:alpha val="40000"/>
                    </a:schemeClr>
                  </a:gs>
                </a:gsLst>
                <a:lin ang="5400000" scaled="1"/>
              </a:gradFill>
              <a:prstDash val="sysDot"/>
              <a:round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6" name="Straight Connector 65">
              <a:extLst>
                <a:ext uri="{FF2B5EF4-FFF2-40B4-BE49-F238E27FC236}">
                  <a16:creationId xmlns:a16="http://schemas.microsoft.com/office/drawing/2014/main" id="{35E1622E-7FA6-4760-A2BF-A8105EBF7BB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7029447" y="4063732"/>
              <a:ext cx="1285875" cy="0"/>
            </a:xfrm>
            <a:prstGeom prst="line">
              <a:avLst/>
            </a:prstGeom>
            <a:ln w="31750" cap="rnd" cmpd="sng">
              <a:gradFill>
                <a:gsLst>
                  <a:gs pos="0">
                    <a:schemeClr val="tx2">
                      <a:lumMod val="60000"/>
                      <a:lumOff val="40000"/>
                      <a:alpha val="40000"/>
                    </a:schemeClr>
                  </a:gs>
                  <a:gs pos="100000">
                    <a:schemeClr val="tx2">
                      <a:lumMod val="50000"/>
                      <a:alpha val="40000"/>
                    </a:schemeClr>
                  </a:gs>
                </a:gsLst>
                <a:lin ang="5400000" scaled="1"/>
              </a:gradFill>
              <a:prstDash val="sysDot"/>
              <a:round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A3CE1553-CA3A-B52D-799D-E7B3002740A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97318" y="4320695"/>
            <a:ext cx="4203282" cy="1894265"/>
          </a:xfrm>
          <a:noFill/>
        </p:spPr>
        <p:txBody>
          <a:bodyPr vert="horz" lIns="91440" tIns="45720" rIns="91440" bIns="45720" rtlCol="0" anchor="t">
            <a:noAutofit/>
          </a:bodyPr>
          <a:lstStyle/>
          <a:p>
            <a:r>
              <a:rPr lang="en-US" b="1" kern="1200" dirty="0" err="1">
                <a:solidFill>
                  <a:schemeClr val="bg1"/>
                </a:solidFill>
                <a:latin typeface="+mj-lt"/>
                <a:ea typeface="+mj-ea"/>
                <a:cs typeface="+mj-cs"/>
              </a:rPr>
              <a:t>Структура</a:t>
            </a:r>
            <a:r>
              <a:rPr lang="en-US" b="1" kern="1200" dirty="0">
                <a:solidFill>
                  <a:schemeClr val="bg1"/>
                </a:solidFill>
                <a:latin typeface="+mj-lt"/>
                <a:ea typeface="+mj-ea"/>
                <a:cs typeface="+mj-cs"/>
              </a:rPr>
              <a:t> и </a:t>
            </a:r>
            <a:r>
              <a:rPr lang="en-US" b="1" kern="1200" dirty="0" err="1">
                <a:solidFill>
                  <a:schemeClr val="bg1"/>
                </a:solidFill>
                <a:latin typeface="+mj-lt"/>
                <a:ea typeface="+mj-ea"/>
                <a:cs typeface="+mj-cs"/>
              </a:rPr>
              <a:t>страницы</a:t>
            </a:r>
            <a:r>
              <a:rPr lang="en-US" b="1" kern="1200" dirty="0">
                <a:solidFill>
                  <a:schemeClr val="bg1"/>
                </a:solidFill>
                <a:latin typeface="+mj-lt"/>
                <a:ea typeface="+mj-ea"/>
                <a:cs typeface="+mj-cs"/>
              </a:rPr>
              <a:t> </a:t>
            </a:r>
            <a:r>
              <a:rPr lang="en-US" b="1" kern="1200" dirty="0" err="1">
                <a:solidFill>
                  <a:schemeClr val="bg1"/>
                </a:solidFill>
                <a:latin typeface="+mj-lt"/>
                <a:ea typeface="+mj-ea"/>
                <a:cs typeface="+mj-cs"/>
              </a:rPr>
              <a:t>сайта</a:t>
            </a:r>
            <a:endParaRPr lang="en-US" sz="4800" b="1" kern="1200" dirty="0">
              <a:solidFill>
                <a:schemeClr val="bg1"/>
              </a:solidFill>
              <a:latin typeface="+mj-lt"/>
            </a:endParaRPr>
          </a:p>
        </p:txBody>
      </p:sp>
      <p:sp>
        <p:nvSpPr>
          <p:cNvPr id="53" name="Content Placeholder 30">
            <a:extLst>
              <a:ext uri="{FF2B5EF4-FFF2-40B4-BE49-F238E27FC236}">
                <a16:creationId xmlns:a16="http://schemas.microsoft.com/office/drawing/2014/main" id="{1250D20B-0CD6-6DC8-7A3E-2AA939A2F7A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306786" y="4320701"/>
            <a:ext cx="6229990" cy="1827041"/>
          </a:xfrm>
          <a:noFill/>
        </p:spPr>
        <p:txBody>
          <a:bodyPr vert="horz" lIns="91440" tIns="45720" rIns="91440" bIns="45720" rtlCol="0" anchor="t">
            <a:noAutofit/>
          </a:bodyPr>
          <a:lstStyle/>
          <a:p>
            <a:pPr marL="0" indent="0">
              <a:buNone/>
            </a:pPr>
            <a:r>
              <a:rPr lang="en-US" sz="2000" dirty="0">
                <a:solidFill>
                  <a:schemeClr val="bg1"/>
                </a:solidFill>
                <a:ea typeface="+mn-lt"/>
                <a:cs typeface="+mn-lt"/>
              </a:rPr>
              <a:t>Сайт </a:t>
            </a:r>
            <a:r>
              <a:rPr lang="en-US" sz="2000" dirty="0" err="1">
                <a:solidFill>
                  <a:schemeClr val="bg1"/>
                </a:solidFill>
                <a:ea typeface="+mn-lt"/>
                <a:cs typeface="+mn-lt"/>
              </a:rPr>
              <a:t>состоит</a:t>
            </a:r>
            <a:r>
              <a:rPr lang="en-US" sz="2000" dirty="0">
                <a:solidFill>
                  <a:schemeClr val="bg1"/>
                </a:solidFill>
                <a:ea typeface="+mn-lt"/>
                <a:cs typeface="+mn-lt"/>
              </a:rPr>
              <a:t> </a:t>
            </a:r>
            <a:r>
              <a:rPr lang="en-US" sz="2000" dirty="0" err="1">
                <a:solidFill>
                  <a:schemeClr val="bg1"/>
                </a:solidFill>
                <a:ea typeface="+mn-lt"/>
                <a:cs typeface="+mn-lt"/>
              </a:rPr>
              <a:t>из</a:t>
            </a:r>
            <a:r>
              <a:rPr lang="en-US" sz="2000" dirty="0">
                <a:solidFill>
                  <a:schemeClr val="bg1"/>
                </a:solidFill>
                <a:ea typeface="+mn-lt"/>
                <a:cs typeface="+mn-lt"/>
              </a:rPr>
              <a:t> </a:t>
            </a:r>
            <a:r>
              <a:rPr lang="en-US" sz="2000" dirty="0" err="1">
                <a:solidFill>
                  <a:schemeClr val="bg1"/>
                </a:solidFill>
                <a:ea typeface="+mn-lt"/>
                <a:cs typeface="+mn-lt"/>
              </a:rPr>
              <a:t>нескольких</a:t>
            </a:r>
            <a:r>
              <a:rPr lang="en-US" sz="2000" dirty="0">
                <a:solidFill>
                  <a:schemeClr val="bg1"/>
                </a:solidFill>
                <a:ea typeface="+mn-lt"/>
                <a:cs typeface="+mn-lt"/>
              </a:rPr>
              <a:t> </a:t>
            </a:r>
            <a:r>
              <a:rPr lang="en-US" sz="2000" dirty="0" err="1">
                <a:solidFill>
                  <a:schemeClr val="bg1"/>
                </a:solidFill>
                <a:ea typeface="+mn-lt"/>
                <a:cs typeface="+mn-lt"/>
              </a:rPr>
              <a:t>основных</a:t>
            </a:r>
            <a:r>
              <a:rPr lang="en-US" sz="2000" dirty="0">
                <a:solidFill>
                  <a:schemeClr val="bg1"/>
                </a:solidFill>
                <a:ea typeface="+mn-lt"/>
                <a:cs typeface="+mn-lt"/>
              </a:rPr>
              <a:t> </a:t>
            </a:r>
            <a:r>
              <a:rPr lang="en-US" sz="2000" dirty="0" err="1">
                <a:solidFill>
                  <a:schemeClr val="bg1"/>
                </a:solidFill>
                <a:ea typeface="+mn-lt"/>
                <a:cs typeface="+mn-lt"/>
              </a:rPr>
              <a:t>страниц</a:t>
            </a:r>
            <a:r>
              <a:rPr lang="en-US" sz="2000" dirty="0">
                <a:solidFill>
                  <a:schemeClr val="bg1"/>
                </a:solidFill>
                <a:ea typeface="+mn-lt"/>
                <a:cs typeface="+mn-lt"/>
              </a:rPr>
              <a:t>: </a:t>
            </a:r>
            <a:r>
              <a:rPr lang="en-US" sz="2000" dirty="0" err="1">
                <a:solidFill>
                  <a:schemeClr val="bg1"/>
                </a:solidFill>
                <a:ea typeface="+mn-lt"/>
                <a:cs typeface="+mn-lt"/>
              </a:rPr>
              <a:t>главная</a:t>
            </a:r>
            <a:r>
              <a:rPr lang="en-US" sz="2000" dirty="0">
                <a:solidFill>
                  <a:schemeClr val="bg1"/>
                </a:solidFill>
                <a:ea typeface="+mn-lt"/>
                <a:cs typeface="+mn-lt"/>
              </a:rPr>
              <a:t> </a:t>
            </a:r>
            <a:r>
              <a:rPr lang="en-US" sz="2000" dirty="0" err="1">
                <a:solidFill>
                  <a:schemeClr val="bg1"/>
                </a:solidFill>
                <a:ea typeface="+mn-lt"/>
                <a:cs typeface="+mn-lt"/>
              </a:rPr>
              <a:t>страница</a:t>
            </a:r>
            <a:r>
              <a:rPr lang="en-US" sz="2000" dirty="0">
                <a:solidFill>
                  <a:schemeClr val="bg1"/>
                </a:solidFill>
                <a:ea typeface="+mn-lt"/>
                <a:cs typeface="+mn-lt"/>
              </a:rPr>
              <a:t>, </a:t>
            </a:r>
            <a:r>
              <a:rPr lang="en-US" sz="2000" dirty="0" err="1">
                <a:solidFill>
                  <a:schemeClr val="bg1"/>
                </a:solidFill>
                <a:ea typeface="+mn-lt"/>
                <a:cs typeface="+mn-lt"/>
              </a:rPr>
              <a:t>каталог</a:t>
            </a:r>
            <a:r>
              <a:rPr lang="en-US" sz="2000" dirty="0">
                <a:solidFill>
                  <a:schemeClr val="bg1"/>
                </a:solidFill>
                <a:ea typeface="+mn-lt"/>
                <a:cs typeface="+mn-lt"/>
              </a:rPr>
              <a:t> </a:t>
            </a:r>
            <a:r>
              <a:rPr lang="en-US" sz="2000" dirty="0" err="1">
                <a:solidFill>
                  <a:schemeClr val="bg1"/>
                </a:solidFill>
                <a:ea typeface="+mn-lt"/>
                <a:cs typeface="+mn-lt"/>
              </a:rPr>
              <a:t>товаров</a:t>
            </a:r>
            <a:r>
              <a:rPr lang="en-US" sz="2000" dirty="0">
                <a:solidFill>
                  <a:schemeClr val="bg1"/>
                </a:solidFill>
                <a:ea typeface="+mn-lt"/>
                <a:cs typeface="+mn-lt"/>
              </a:rPr>
              <a:t>, About и Contact.</a:t>
            </a:r>
            <a:br>
              <a:rPr lang="en-US" sz="2000" dirty="0">
                <a:ea typeface="+mn-lt"/>
                <a:cs typeface="+mn-lt"/>
              </a:rPr>
            </a:br>
            <a:r>
              <a:rPr lang="en-US" sz="2000" dirty="0">
                <a:solidFill>
                  <a:schemeClr val="bg1"/>
                </a:solidFill>
                <a:ea typeface="+mn-lt"/>
                <a:cs typeface="+mn-lt"/>
              </a:rPr>
              <a:t> В web-</a:t>
            </a:r>
            <a:r>
              <a:rPr lang="en-US" sz="2000" dirty="0" err="1">
                <a:solidFill>
                  <a:schemeClr val="bg1"/>
                </a:solidFill>
                <a:ea typeface="+mn-lt"/>
                <a:cs typeface="+mn-lt"/>
              </a:rPr>
              <a:t>приложении</a:t>
            </a:r>
            <a:r>
              <a:rPr lang="en-US" sz="2000" dirty="0">
                <a:solidFill>
                  <a:schemeClr val="bg1"/>
                </a:solidFill>
                <a:ea typeface="+mn-lt"/>
                <a:cs typeface="+mn-lt"/>
              </a:rPr>
              <a:t> </a:t>
            </a:r>
            <a:r>
              <a:rPr lang="en-US" sz="2000" dirty="0" err="1">
                <a:solidFill>
                  <a:schemeClr val="bg1"/>
                </a:solidFill>
                <a:ea typeface="+mn-lt"/>
                <a:cs typeface="+mn-lt"/>
              </a:rPr>
              <a:t>реализованы</a:t>
            </a:r>
            <a:r>
              <a:rPr lang="en-US" sz="2000" dirty="0">
                <a:solidFill>
                  <a:schemeClr val="bg1"/>
                </a:solidFill>
                <a:ea typeface="+mn-lt"/>
                <a:cs typeface="+mn-lt"/>
              </a:rPr>
              <a:t> hero section, </a:t>
            </a:r>
            <a:r>
              <a:rPr lang="en-US" sz="2000" dirty="0" err="1">
                <a:solidFill>
                  <a:schemeClr val="bg1"/>
                </a:solidFill>
                <a:ea typeface="+mn-lt"/>
                <a:cs typeface="+mn-lt"/>
              </a:rPr>
              <a:t>категории</a:t>
            </a:r>
            <a:r>
              <a:rPr lang="en-US" sz="2000" dirty="0">
                <a:solidFill>
                  <a:schemeClr val="bg1"/>
                </a:solidFill>
                <a:ea typeface="+mn-lt"/>
                <a:cs typeface="+mn-lt"/>
              </a:rPr>
              <a:t> </a:t>
            </a:r>
            <a:r>
              <a:rPr lang="en-US" sz="2000" dirty="0" err="1">
                <a:solidFill>
                  <a:schemeClr val="bg1"/>
                </a:solidFill>
                <a:ea typeface="+mn-lt"/>
                <a:cs typeface="+mn-lt"/>
              </a:rPr>
              <a:t>товаров</a:t>
            </a:r>
            <a:r>
              <a:rPr lang="en-US" sz="2000" dirty="0">
                <a:solidFill>
                  <a:schemeClr val="bg1"/>
                </a:solidFill>
                <a:ea typeface="+mn-lt"/>
                <a:cs typeface="+mn-lt"/>
              </a:rPr>
              <a:t>, </a:t>
            </a:r>
            <a:r>
              <a:rPr lang="en-US" sz="2000" dirty="0" err="1">
                <a:solidFill>
                  <a:schemeClr val="bg1"/>
                </a:solidFill>
                <a:ea typeface="+mn-lt"/>
                <a:cs typeface="+mn-lt"/>
              </a:rPr>
              <a:t>карточки</a:t>
            </a:r>
            <a:r>
              <a:rPr lang="en-US" sz="2000" dirty="0">
                <a:solidFill>
                  <a:schemeClr val="bg1"/>
                </a:solidFill>
                <a:ea typeface="+mn-lt"/>
                <a:cs typeface="+mn-lt"/>
              </a:rPr>
              <a:t> </a:t>
            </a:r>
            <a:r>
              <a:rPr lang="en-US" sz="2000" dirty="0" err="1">
                <a:solidFill>
                  <a:schemeClr val="bg1"/>
                </a:solidFill>
                <a:ea typeface="+mn-lt"/>
                <a:cs typeface="+mn-lt"/>
              </a:rPr>
              <a:t>продукции</a:t>
            </a:r>
            <a:r>
              <a:rPr lang="en-US" sz="2000" dirty="0">
                <a:solidFill>
                  <a:schemeClr val="bg1"/>
                </a:solidFill>
                <a:ea typeface="+mn-lt"/>
                <a:cs typeface="+mn-lt"/>
              </a:rPr>
              <a:t> и </a:t>
            </a:r>
            <a:r>
              <a:rPr lang="en-US" sz="2000" dirty="0" err="1">
                <a:solidFill>
                  <a:schemeClr val="bg1"/>
                </a:solidFill>
                <a:ea typeface="+mn-lt"/>
                <a:cs typeface="+mn-lt"/>
              </a:rPr>
              <a:t>контактная</a:t>
            </a:r>
            <a:r>
              <a:rPr lang="en-US" sz="2000" dirty="0">
                <a:solidFill>
                  <a:schemeClr val="bg1"/>
                </a:solidFill>
                <a:ea typeface="+mn-lt"/>
                <a:cs typeface="+mn-lt"/>
              </a:rPr>
              <a:t> </a:t>
            </a:r>
            <a:r>
              <a:rPr lang="en-US" sz="2000" dirty="0" err="1">
                <a:solidFill>
                  <a:schemeClr val="bg1"/>
                </a:solidFill>
                <a:ea typeface="+mn-lt"/>
                <a:cs typeface="+mn-lt"/>
              </a:rPr>
              <a:t>форма</a:t>
            </a:r>
            <a:r>
              <a:rPr lang="en-US" sz="2000" dirty="0">
                <a:solidFill>
                  <a:schemeClr val="bg1"/>
                </a:solidFill>
                <a:ea typeface="+mn-lt"/>
                <a:cs typeface="+mn-lt"/>
              </a:rPr>
              <a:t> </a:t>
            </a:r>
            <a:r>
              <a:rPr lang="en-US" sz="2000" dirty="0" err="1">
                <a:solidFill>
                  <a:schemeClr val="bg1"/>
                </a:solidFill>
                <a:ea typeface="+mn-lt"/>
                <a:cs typeface="+mn-lt"/>
              </a:rPr>
              <a:t>для</a:t>
            </a:r>
            <a:r>
              <a:rPr lang="en-US" sz="2000" dirty="0">
                <a:solidFill>
                  <a:schemeClr val="bg1"/>
                </a:solidFill>
                <a:ea typeface="+mn-lt"/>
                <a:cs typeface="+mn-lt"/>
              </a:rPr>
              <a:t> </a:t>
            </a:r>
            <a:r>
              <a:rPr lang="en-US" sz="2000" dirty="0" err="1">
                <a:solidFill>
                  <a:schemeClr val="bg1"/>
                </a:solidFill>
                <a:ea typeface="+mn-lt"/>
                <a:cs typeface="+mn-lt"/>
              </a:rPr>
              <a:t>обратной</a:t>
            </a:r>
            <a:r>
              <a:rPr lang="en-US" sz="2000" dirty="0">
                <a:solidFill>
                  <a:schemeClr val="bg1"/>
                </a:solidFill>
                <a:ea typeface="+mn-lt"/>
                <a:cs typeface="+mn-lt"/>
              </a:rPr>
              <a:t> </a:t>
            </a:r>
            <a:r>
              <a:rPr lang="en-US" sz="2000" dirty="0" err="1">
                <a:solidFill>
                  <a:schemeClr val="bg1"/>
                </a:solidFill>
                <a:ea typeface="+mn-lt"/>
                <a:cs typeface="+mn-lt"/>
              </a:rPr>
              <a:t>связи</a:t>
            </a:r>
            <a:r>
              <a:rPr lang="en-US" sz="2000" dirty="0">
                <a:solidFill>
                  <a:schemeClr val="bg1"/>
                </a:solidFill>
                <a:ea typeface="+mn-lt"/>
                <a:cs typeface="+mn-lt"/>
              </a:rPr>
              <a:t>.</a:t>
            </a:r>
            <a:endParaRPr lang="en-US" sz="2000" dirty="0">
              <a:solidFill>
                <a:schemeClr val="bg1"/>
              </a:solidFill>
            </a:endParaRPr>
          </a:p>
          <a:p>
            <a:pPr marL="0" indent="0">
              <a:buNone/>
            </a:pPr>
            <a:endParaRPr lang="en-US" sz="18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57432029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9" name="Rectangle 28">
            <a:extLst>
              <a:ext uri="{FF2B5EF4-FFF2-40B4-BE49-F238E27FC236}">
                <a16:creationId xmlns:a16="http://schemas.microsoft.com/office/drawing/2014/main" id="{2DAA6C16-BF9B-4A3E-BC70-EE6015D4F96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tx1"/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4F681BC3-15B2-6EEB-DE25-B180EF3CBF1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55495" y="4815654"/>
            <a:ext cx="3864348" cy="1487465"/>
          </a:xfr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 sz="3600" b="1" kern="1200" err="1">
                <a:solidFill>
                  <a:schemeClr val="bg1"/>
                </a:solidFill>
                <a:latin typeface="+mj-lt"/>
                <a:ea typeface="+mj-ea"/>
                <a:cs typeface="+mj-cs"/>
              </a:rPr>
              <a:t>Функциональные</a:t>
            </a:r>
            <a:r>
              <a:rPr lang="en-US" sz="3600" b="1" kern="1200" dirty="0">
                <a:solidFill>
                  <a:schemeClr val="bg1"/>
                </a:solidFill>
                <a:latin typeface="+mj-lt"/>
                <a:ea typeface="+mj-ea"/>
                <a:cs typeface="+mj-cs"/>
              </a:rPr>
              <a:t> </a:t>
            </a:r>
            <a:r>
              <a:rPr lang="en-US" sz="3600" b="1" kern="1200" err="1">
                <a:solidFill>
                  <a:schemeClr val="bg1"/>
                </a:solidFill>
                <a:latin typeface="+mj-lt"/>
                <a:ea typeface="+mj-ea"/>
                <a:cs typeface="+mj-cs"/>
              </a:rPr>
              <a:t>возможности</a:t>
            </a:r>
            <a:endParaRPr lang="en-US" sz="3600" kern="1200" err="1">
              <a:solidFill>
                <a:schemeClr val="bg1"/>
              </a:solidFill>
              <a:latin typeface="+mj-lt"/>
              <a:ea typeface="+mj-ea"/>
              <a:cs typeface="+mj-cs"/>
            </a:endParaRPr>
          </a:p>
        </p:txBody>
      </p:sp>
      <p:pic>
        <p:nvPicPr>
          <p:cNvPr id="7" name="Рисунок 6" descr="Изображение выглядит как текст, снимок экрана, программное обеспечение, Значок на компьютере&#10;&#10;Содержимое, созданное искусственным интеллектом, может быть неверным.">
            <a:extLst>
              <a:ext uri="{FF2B5EF4-FFF2-40B4-BE49-F238E27FC236}">
                <a16:creationId xmlns:a16="http://schemas.microsoft.com/office/drawing/2014/main" id="{30B736E0-B03B-ACF1-08FE-E2782C76BB0D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31361" r="31361" b="-1"/>
          <a:stretch>
            <a:fillRect/>
          </a:stretch>
        </p:blipFill>
        <p:spPr>
          <a:xfrm>
            <a:off x="-4" y="10"/>
            <a:ext cx="2952750" cy="3940619"/>
          </a:xfrm>
          <a:custGeom>
            <a:avLst/>
            <a:gdLst/>
            <a:ahLst/>
            <a:cxnLst/>
            <a:rect l="l" t="t" r="r" b="b"/>
            <a:pathLst>
              <a:path w="2952750" h="3940629">
                <a:moveTo>
                  <a:pt x="0" y="0"/>
                </a:moveTo>
                <a:lnTo>
                  <a:pt x="2952750" y="0"/>
                </a:lnTo>
                <a:lnTo>
                  <a:pt x="2952749" y="3847994"/>
                </a:lnTo>
                <a:lnTo>
                  <a:pt x="0" y="3940629"/>
                </a:lnTo>
                <a:close/>
              </a:path>
            </a:pathLst>
          </a:custGeom>
        </p:spPr>
      </p:pic>
      <p:pic>
        <p:nvPicPr>
          <p:cNvPr id="6" name="Рисунок 5" descr="Изображение выглядит как текст, снимок экрана, Мультимедийное программное обеспечение, программное обеспечение&#10;&#10;Содержимое, созданное искусственным интеллектом, может быть неверным.">
            <a:extLst>
              <a:ext uri="{FF2B5EF4-FFF2-40B4-BE49-F238E27FC236}">
                <a16:creationId xmlns:a16="http://schemas.microsoft.com/office/drawing/2014/main" id="{C590A25D-E41C-D932-5FA6-5DAA5579EA6B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29391" r="27470" b="-2"/>
          <a:stretch>
            <a:fillRect/>
          </a:stretch>
        </p:blipFill>
        <p:spPr>
          <a:xfrm>
            <a:off x="3143253" y="10"/>
            <a:ext cx="2857499" cy="3842008"/>
          </a:xfrm>
          <a:custGeom>
            <a:avLst/>
            <a:gdLst/>
            <a:ahLst/>
            <a:cxnLst/>
            <a:rect l="l" t="t" r="r" b="b"/>
            <a:pathLst>
              <a:path w="2857499" h="3842018">
                <a:moveTo>
                  <a:pt x="0" y="0"/>
                </a:moveTo>
                <a:lnTo>
                  <a:pt x="2857499" y="0"/>
                </a:lnTo>
                <a:lnTo>
                  <a:pt x="2857499" y="3799815"/>
                </a:lnTo>
                <a:lnTo>
                  <a:pt x="2408465" y="3766458"/>
                </a:lnTo>
                <a:lnTo>
                  <a:pt x="0" y="3842018"/>
                </a:lnTo>
                <a:close/>
              </a:path>
            </a:pathLst>
          </a:custGeom>
        </p:spPr>
      </p:pic>
      <p:pic>
        <p:nvPicPr>
          <p:cNvPr id="8" name="Рисунок 7" descr="Изображение выглядит как текст, снимок экрана, одежда, программное обеспечение&#10;&#10;Содержимое, созданное искусственным интеллектом, может быть неверным.">
            <a:extLst>
              <a:ext uri="{FF2B5EF4-FFF2-40B4-BE49-F238E27FC236}">
                <a16:creationId xmlns:a16="http://schemas.microsoft.com/office/drawing/2014/main" id="{BFB7F4F2-1319-C53C-9922-C1FA07DEF774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34013" r="26774" b="-1"/>
          <a:stretch>
            <a:fillRect/>
          </a:stretch>
        </p:blipFill>
        <p:spPr>
          <a:xfrm>
            <a:off x="6191251" y="10"/>
            <a:ext cx="2857499" cy="4026227"/>
          </a:xfrm>
          <a:custGeom>
            <a:avLst/>
            <a:gdLst/>
            <a:ahLst/>
            <a:cxnLst/>
            <a:rect l="l" t="t" r="r" b="b"/>
            <a:pathLst>
              <a:path w="2857499" h="4026237">
                <a:moveTo>
                  <a:pt x="0" y="0"/>
                </a:moveTo>
                <a:lnTo>
                  <a:pt x="2857499" y="0"/>
                </a:lnTo>
                <a:lnTo>
                  <a:pt x="2857499" y="4026237"/>
                </a:lnTo>
                <a:lnTo>
                  <a:pt x="0" y="3813966"/>
                </a:lnTo>
                <a:close/>
              </a:path>
            </a:pathLst>
          </a:custGeom>
        </p:spPr>
      </p:pic>
      <p:pic>
        <p:nvPicPr>
          <p:cNvPr id="4" name="Объект 3" descr="Изображение выглядит как текст, снимок экрана, башмак, обувь&#10;&#10;Содержимое, созданное искусственным интеллектом, может быть неверным.">
            <a:extLst>
              <a:ext uri="{FF2B5EF4-FFF2-40B4-BE49-F238E27FC236}">
                <a16:creationId xmlns:a16="http://schemas.microsoft.com/office/drawing/2014/main" id="{14F7720A-8046-D38B-93DD-9E6541AED625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l="34300" r="23590" b="-1"/>
          <a:stretch>
            <a:fillRect/>
          </a:stretch>
        </p:blipFill>
        <p:spPr>
          <a:xfrm>
            <a:off x="9239249" y="10"/>
            <a:ext cx="2952751" cy="4049475"/>
          </a:xfrm>
          <a:custGeom>
            <a:avLst/>
            <a:gdLst/>
            <a:ahLst/>
            <a:cxnLst/>
            <a:rect l="l" t="t" r="r" b="b"/>
            <a:pathLst>
              <a:path w="2952751" h="4049485">
                <a:moveTo>
                  <a:pt x="0" y="0"/>
                </a:moveTo>
                <a:lnTo>
                  <a:pt x="2952751" y="0"/>
                </a:lnTo>
                <a:lnTo>
                  <a:pt x="2952750" y="3940629"/>
                </a:lnTo>
                <a:lnTo>
                  <a:pt x="122465" y="4049485"/>
                </a:lnTo>
                <a:lnTo>
                  <a:pt x="0" y="4040388"/>
                </a:lnTo>
                <a:close/>
              </a:path>
            </a:pathLst>
          </a:custGeom>
        </p:spPr>
      </p:pic>
      <p:grpSp>
        <p:nvGrpSpPr>
          <p:cNvPr id="31" name="Group 30">
            <a:extLst>
              <a:ext uri="{FF2B5EF4-FFF2-40B4-BE49-F238E27FC236}">
                <a16:creationId xmlns:a16="http://schemas.microsoft.com/office/drawing/2014/main" id="{31655B4F-4050-4B1F-82A8-180E74CF9C5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0" y="3528992"/>
            <a:ext cx="12192000" cy="757168"/>
            <a:chOff x="0" y="2959818"/>
            <a:chExt cx="12192000" cy="757168"/>
          </a:xfrm>
        </p:grpSpPr>
        <p:sp>
          <p:nvSpPr>
            <p:cNvPr id="32" name="Freeform: Shape 31">
              <a:extLst>
                <a:ext uri="{FF2B5EF4-FFF2-40B4-BE49-F238E27FC236}">
                  <a16:creationId xmlns:a16="http://schemas.microsoft.com/office/drawing/2014/main" id="{2EA4C97B-84C4-4658-A6D6-600CB62B431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0" y="2959818"/>
              <a:ext cx="12192000" cy="757168"/>
            </a:xfrm>
            <a:custGeom>
              <a:avLst/>
              <a:gdLst>
                <a:gd name="connsiteX0" fmla="*/ 0 w 12192000"/>
                <a:gd name="connsiteY0" fmla="*/ 0 h 757168"/>
                <a:gd name="connsiteX1" fmla="*/ 41653 w 12192000"/>
                <a:gd name="connsiteY1" fmla="*/ 6945 h 757168"/>
                <a:gd name="connsiteX2" fmla="*/ 81317 w 12192000"/>
                <a:gd name="connsiteY2" fmla="*/ 15509 h 757168"/>
                <a:gd name="connsiteX3" fmla="*/ 114150 w 12192000"/>
                <a:gd name="connsiteY3" fmla="*/ 28105 h 757168"/>
                <a:gd name="connsiteX4" fmla="*/ 214865 w 12192000"/>
                <a:gd name="connsiteY4" fmla="*/ 58374 h 757168"/>
                <a:gd name="connsiteX5" fmla="*/ 299237 w 12192000"/>
                <a:gd name="connsiteY5" fmla="*/ 63560 h 757168"/>
                <a:gd name="connsiteX6" fmla="*/ 415570 w 12192000"/>
                <a:gd name="connsiteY6" fmla="*/ 83774 h 757168"/>
                <a:gd name="connsiteX7" fmla="*/ 633210 w 12192000"/>
                <a:gd name="connsiteY7" fmla="*/ 109108 h 757168"/>
                <a:gd name="connsiteX8" fmla="*/ 677567 w 12192000"/>
                <a:gd name="connsiteY8" fmla="*/ 119446 h 757168"/>
                <a:gd name="connsiteX9" fmla="*/ 946429 w 12192000"/>
                <a:gd name="connsiteY9" fmla="*/ 171502 h 757168"/>
                <a:gd name="connsiteX10" fmla="*/ 1163367 w 12192000"/>
                <a:gd name="connsiteY10" fmla="*/ 182106 h 757168"/>
                <a:gd name="connsiteX11" fmla="*/ 1180337 w 12192000"/>
                <a:gd name="connsiteY11" fmla="*/ 181279 h 757168"/>
                <a:gd name="connsiteX12" fmla="*/ 1263939 w 12192000"/>
                <a:gd name="connsiteY12" fmla="*/ 173070 h 757168"/>
                <a:gd name="connsiteX13" fmla="*/ 1392213 w 12192000"/>
                <a:gd name="connsiteY13" fmla="*/ 183225 h 757168"/>
                <a:gd name="connsiteX14" fmla="*/ 1479752 w 12192000"/>
                <a:gd name="connsiteY14" fmla="*/ 205174 h 757168"/>
                <a:gd name="connsiteX15" fmla="*/ 1589813 w 12192000"/>
                <a:gd name="connsiteY15" fmla="*/ 211706 h 757168"/>
                <a:gd name="connsiteX16" fmla="*/ 1716264 w 12192000"/>
                <a:gd name="connsiteY16" fmla="*/ 207459 h 757168"/>
                <a:gd name="connsiteX17" fmla="*/ 1772900 w 12192000"/>
                <a:gd name="connsiteY17" fmla="*/ 208137 h 757168"/>
                <a:gd name="connsiteX18" fmla="*/ 1929319 w 12192000"/>
                <a:gd name="connsiteY18" fmla="*/ 193822 h 757168"/>
                <a:gd name="connsiteX19" fmla="*/ 2021514 w 12192000"/>
                <a:gd name="connsiteY19" fmla="*/ 204186 h 757168"/>
                <a:gd name="connsiteX20" fmla="*/ 2111753 w 12192000"/>
                <a:gd name="connsiteY20" fmla="*/ 223797 h 757168"/>
                <a:gd name="connsiteX21" fmla="*/ 2169356 w 12192000"/>
                <a:gd name="connsiteY21" fmla="*/ 241125 h 757168"/>
                <a:gd name="connsiteX22" fmla="*/ 2286638 w 12192000"/>
                <a:gd name="connsiteY22" fmla="*/ 257382 h 757168"/>
                <a:gd name="connsiteX23" fmla="*/ 2308368 w 12192000"/>
                <a:gd name="connsiteY23" fmla="*/ 256995 h 757168"/>
                <a:gd name="connsiteX24" fmla="*/ 2660621 w 12192000"/>
                <a:gd name="connsiteY24" fmla="*/ 262863 h 757168"/>
                <a:gd name="connsiteX25" fmla="*/ 2801134 w 12192000"/>
                <a:gd name="connsiteY25" fmla="*/ 250006 h 757168"/>
                <a:gd name="connsiteX26" fmla="*/ 2830994 w 12192000"/>
                <a:gd name="connsiteY26" fmla="*/ 249091 h 757168"/>
                <a:gd name="connsiteX27" fmla="*/ 3129084 w 12192000"/>
                <a:gd name="connsiteY27" fmla="*/ 242009 h 757168"/>
                <a:gd name="connsiteX28" fmla="*/ 3162162 w 12192000"/>
                <a:gd name="connsiteY28" fmla="*/ 242789 h 757168"/>
                <a:gd name="connsiteX29" fmla="*/ 3254072 w 12192000"/>
                <a:gd name="connsiteY29" fmla="*/ 251612 h 757168"/>
                <a:gd name="connsiteX30" fmla="*/ 3473491 w 12192000"/>
                <a:gd name="connsiteY30" fmla="*/ 221903 h 757168"/>
                <a:gd name="connsiteX31" fmla="*/ 3691860 w 12192000"/>
                <a:gd name="connsiteY31" fmla="*/ 219228 h 757168"/>
                <a:gd name="connsiteX32" fmla="*/ 3811494 w 12192000"/>
                <a:gd name="connsiteY32" fmla="*/ 225691 h 757168"/>
                <a:gd name="connsiteX33" fmla="*/ 3897533 w 12192000"/>
                <a:gd name="connsiteY33" fmla="*/ 220087 h 757168"/>
                <a:gd name="connsiteX34" fmla="*/ 4109430 w 12192000"/>
                <a:gd name="connsiteY34" fmla="*/ 200477 h 757168"/>
                <a:gd name="connsiteX35" fmla="*/ 4208772 w 12192000"/>
                <a:gd name="connsiteY35" fmla="*/ 200914 h 757168"/>
                <a:gd name="connsiteX36" fmla="*/ 4314641 w 12192000"/>
                <a:gd name="connsiteY36" fmla="*/ 196159 h 757168"/>
                <a:gd name="connsiteX37" fmla="*/ 4577622 w 12192000"/>
                <a:gd name="connsiteY37" fmla="*/ 163774 h 757168"/>
                <a:gd name="connsiteX38" fmla="*/ 4790345 w 12192000"/>
                <a:gd name="connsiteY38" fmla="*/ 177592 h 757168"/>
                <a:gd name="connsiteX39" fmla="*/ 4926164 w 12192000"/>
                <a:gd name="connsiteY39" fmla="*/ 184139 h 757168"/>
                <a:gd name="connsiteX40" fmla="*/ 5088812 w 12192000"/>
                <a:gd name="connsiteY40" fmla="*/ 177401 h 757168"/>
                <a:gd name="connsiteX41" fmla="*/ 5222466 w 12192000"/>
                <a:gd name="connsiteY41" fmla="*/ 162082 h 757168"/>
                <a:gd name="connsiteX42" fmla="*/ 5406528 w 12192000"/>
                <a:gd name="connsiteY42" fmla="*/ 153987 h 757168"/>
                <a:gd name="connsiteX43" fmla="*/ 5590716 w 12192000"/>
                <a:gd name="connsiteY43" fmla="*/ 129490 h 757168"/>
                <a:gd name="connsiteX44" fmla="*/ 5719429 w 12192000"/>
                <a:gd name="connsiteY44" fmla="*/ 110099 h 757168"/>
                <a:gd name="connsiteX45" fmla="*/ 5897895 w 12192000"/>
                <a:gd name="connsiteY45" fmla="*/ 96368 h 757168"/>
                <a:gd name="connsiteX46" fmla="*/ 6169957 w 12192000"/>
                <a:gd name="connsiteY46" fmla="*/ 94411 h 757168"/>
                <a:gd name="connsiteX47" fmla="*/ 6294827 w 12192000"/>
                <a:gd name="connsiteY47" fmla="*/ 99236 h 757168"/>
                <a:gd name="connsiteX48" fmla="*/ 6494261 w 12192000"/>
                <a:gd name="connsiteY48" fmla="*/ 71724 h 757168"/>
                <a:gd name="connsiteX49" fmla="*/ 6579627 w 12192000"/>
                <a:gd name="connsiteY49" fmla="*/ 57883 h 757168"/>
                <a:gd name="connsiteX50" fmla="*/ 6654800 w 12192000"/>
                <a:gd name="connsiteY50" fmla="*/ 77086 h 757168"/>
                <a:gd name="connsiteX51" fmla="*/ 6703059 w 12192000"/>
                <a:gd name="connsiteY51" fmla="*/ 97166 h 757168"/>
                <a:gd name="connsiteX52" fmla="*/ 6859445 w 12192000"/>
                <a:gd name="connsiteY52" fmla="*/ 90481 h 757168"/>
                <a:gd name="connsiteX53" fmla="*/ 7025414 w 12192000"/>
                <a:gd name="connsiteY53" fmla="*/ 83536 h 757168"/>
                <a:gd name="connsiteX54" fmla="*/ 7144137 w 12192000"/>
                <a:gd name="connsiteY54" fmla="*/ 79264 h 757168"/>
                <a:gd name="connsiteX55" fmla="*/ 7291235 w 12192000"/>
                <a:gd name="connsiteY55" fmla="*/ 95367 h 757168"/>
                <a:gd name="connsiteX56" fmla="*/ 7407395 w 12192000"/>
                <a:gd name="connsiteY56" fmla="*/ 104888 h 757168"/>
                <a:gd name="connsiteX57" fmla="*/ 7500837 w 12192000"/>
                <a:gd name="connsiteY57" fmla="*/ 119515 h 757168"/>
                <a:gd name="connsiteX58" fmla="*/ 7533567 w 12192000"/>
                <a:gd name="connsiteY58" fmla="*/ 126955 h 757168"/>
                <a:gd name="connsiteX59" fmla="*/ 7792910 w 12192000"/>
                <a:gd name="connsiteY59" fmla="*/ 185188 h 757168"/>
                <a:gd name="connsiteX60" fmla="*/ 8070699 w 12192000"/>
                <a:gd name="connsiteY60" fmla="*/ 235423 h 757168"/>
                <a:gd name="connsiteX61" fmla="*/ 8253177 w 12192000"/>
                <a:gd name="connsiteY61" fmla="*/ 222473 h 757168"/>
                <a:gd name="connsiteX62" fmla="*/ 8320683 w 12192000"/>
                <a:gd name="connsiteY62" fmla="*/ 226393 h 757168"/>
                <a:gd name="connsiteX63" fmla="*/ 8631438 w 12192000"/>
                <a:gd name="connsiteY63" fmla="*/ 237528 h 757168"/>
                <a:gd name="connsiteX64" fmla="*/ 8686410 w 12192000"/>
                <a:gd name="connsiteY64" fmla="*/ 234877 h 757168"/>
                <a:gd name="connsiteX65" fmla="*/ 8980658 w 12192000"/>
                <a:gd name="connsiteY65" fmla="*/ 273001 h 757168"/>
                <a:gd name="connsiteX66" fmla="*/ 9087625 w 12192000"/>
                <a:gd name="connsiteY66" fmla="*/ 282423 h 757168"/>
                <a:gd name="connsiteX67" fmla="*/ 9186017 w 12192000"/>
                <a:gd name="connsiteY67" fmla="*/ 293875 h 757168"/>
                <a:gd name="connsiteX68" fmla="*/ 9323931 w 12192000"/>
                <a:gd name="connsiteY68" fmla="*/ 302628 h 757168"/>
                <a:gd name="connsiteX69" fmla="*/ 9467213 w 12192000"/>
                <a:gd name="connsiteY69" fmla="*/ 307275 h 757168"/>
                <a:gd name="connsiteX70" fmla="*/ 9626826 w 12192000"/>
                <a:gd name="connsiteY70" fmla="*/ 316213 h 757168"/>
                <a:gd name="connsiteX71" fmla="*/ 9689696 w 12192000"/>
                <a:gd name="connsiteY71" fmla="*/ 324467 h 757168"/>
                <a:gd name="connsiteX72" fmla="*/ 9860526 w 12192000"/>
                <a:gd name="connsiteY72" fmla="*/ 329986 h 757168"/>
                <a:gd name="connsiteX73" fmla="*/ 9949775 w 12192000"/>
                <a:gd name="connsiteY73" fmla="*/ 340386 h 757168"/>
                <a:gd name="connsiteX74" fmla="*/ 10097252 w 12192000"/>
                <a:gd name="connsiteY74" fmla="*/ 349262 h 757168"/>
                <a:gd name="connsiteX75" fmla="*/ 10145261 w 12192000"/>
                <a:gd name="connsiteY75" fmla="*/ 353113 h 757168"/>
                <a:gd name="connsiteX76" fmla="*/ 10188159 w 12192000"/>
                <a:gd name="connsiteY76" fmla="*/ 356124 h 757168"/>
                <a:gd name="connsiteX77" fmla="*/ 10336144 w 12192000"/>
                <a:gd name="connsiteY77" fmla="*/ 348235 h 757168"/>
                <a:gd name="connsiteX78" fmla="*/ 10466847 w 12192000"/>
                <a:gd name="connsiteY78" fmla="*/ 354131 h 757168"/>
                <a:gd name="connsiteX79" fmla="*/ 10696514 w 12192000"/>
                <a:gd name="connsiteY79" fmla="*/ 353575 h 757168"/>
                <a:gd name="connsiteX80" fmla="*/ 10746932 w 12192000"/>
                <a:gd name="connsiteY80" fmla="*/ 360606 h 757168"/>
                <a:gd name="connsiteX81" fmla="*/ 10905388 w 12192000"/>
                <a:gd name="connsiteY81" fmla="*/ 370627 h 757168"/>
                <a:gd name="connsiteX82" fmla="*/ 10995602 w 12192000"/>
                <a:gd name="connsiteY82" fmla="*/ 376691 h 757168"/>
                <a:gd name="connsiteX83" fmla="*/ 11107647 w 12192000"/>
                <a:gd name="connsiteY83" fmla="*/ 373405 h 757168"/>
                <a:gd name="connsiteX84" fmla="*/ 11302440 w 12192000"/>
                <a:gd name="connsiteY84" fmla="*/ 364156 h 757168"/>
                <a:gd name="connsiteX85" fmla="*/ 11353613 w 12192000"/>
                <a:gd name="connsiteY85" fmla="*/ 363785 h 757168"/>
                <a:gd name="connsiteX86" fmla="*/ 11447323 w 12192000"/>
                <a:gd name="connsiteY86" fmla="*/ 359346 h 757168"/>
                <a:gd name="connsiteX87" fmla="*/ 11464292 w 12192000"/>
                <a:gd name="connsiteY87" fmla="*/ 358519 h 757168"/>
                <a:gd name="connsiteX88" fmla="*/ 11607560 w 12192000"/>
                <a:gd name="connsiteY88" fmla="*/ 342370 h 757168"/>
                <a:gd name="connsiteX89" fmla="*/ 11681426 w 12192000"/>
                <a:gd name="connsiteY89" fmla="*/ 344335 h 757168"/>
                <a:gd name="connsiteX90" fmla="*/ 11893565 w 12192000"/>
                <a:gd name="connsiteY90" fmla="*/ 355261 h 757168"/>
                <a:gd name="connsiteX91" fmla="*/ 11983290 w 12192000"/>
                <a:gd name="connsiteY91" fmla="*/ 363588 h 757168"/>
                <a:gd name="connsiteX92" fmla="*/ 12192000 w 12192000"/>
                <a:gd name="connsiteY92" fmla="*/ 388018 h 757168"/>
                <a:gd name="connsiteX93" fmla="*/ 12192000 w 12192000"/>
                <a:gd name="connsiteY93" fmla="*/ 577115 h 757168"/>
                <a:gd name="connsiteX94" fmla="*/ 12157329 w 12192000"/>
                <a:gd name="connsiteY94" fmla="*/ 588862 h 757168"/>
                <a:gd name="connsiteX95" fmla="*/ 12066948 w 12192000"/>
                <a:gd name="connsiteY95" fmla="*/ 586034 h 757168"/>
                <a:gd name="connsiteX96" fmla="*/ 11911344 w 12192000"/>
                <a:gd name="connsiteY96" fmla="*/ 521599 h 757168"/>
                <a:gd name="connsiteX97" fmla="*/ 11847823 w 12192000"/>
                <a:gd name="connsiteY97" fmla="*/ 511785 h 757168"/>
                <a:gd name="connsiteX98" fmla="*/ 11737547 w 12192000"/>
                <a:gd name="connsiteY98" fmla="*/ 502380 h 757168"/>
                <a:gd name="connsiteX99" fmla="*/ 11636052 w 12192000"/>
                <a:gd name="connsiteY99" fmla="*/ 514993 h 757168"/>
                <a:gd name="connsiteX100" fmla="*/ 11394706 w 12192000"/>
                <a:gd name="connsiteY100" fmla="*/ 590867 h 757168"/>
                <a:gd name="connsiteX101" fmla="*/ 11354978 w 12192000"/>
                <a:gd name="connsiteY101" fmla="*/ 597561 h 757168"/>
                <a:gd name="connsiteX102" fmla="*/ 11285306 w 12192000"/>
                <a:gd name="connsiteY102" fmla="*/ 599825 h 757168"/>
                <a:gd name="connsiteX103" fmla="*/ 11008528 w 12192000"/>
                <a:gd name="connsiteY103" fmla="*/ 656670 h 757168"/>
                <a:gd name="connsiteX104" fmla="*/ 10948735 w 12192000"/>
                <a:gd name="connsiteY104" fmla="*/ 652964 h 757168"/>
                <a:gd name="connsiteX105" fmla="*/ 10850698 w 12192000"/>
                <a:gd name="connsiteY105" fmla="*/ 641721 h 757168"/>
                <a:gd name="connsiteX106" fmla="*/ 10744026 w 12192000"/>
                <a:gd name="connsiteY106" fmla="*/ 647769 h 757168"/>
                <a:gd name="connsiteX107" fmla="*/ 10666160 w 12192000"/>
                <a:gd name="connsiteY107" fmla="*/ 651891 h 757168"/>
                <a:gd name="connsiteX108" fmla="*/ 10450521 w 12192000"/>
                <a:gd name="connsiteY108" fmla="*/ 616552 h 757168"/>
                <a:gd name="connsiteX109" fmla="*/ 10271192 w 12192000"/>
                <a:gd name="connsiteY109" fmla="*/ 583498 h 757168"/>
                <a:gd name="connsiteX110" fmla="*/ 10246067 w 12192000"/>
                <a:gd name="connsiteY110" fmla="*/ 585423 h 757168"/>
                <a:gd name="connsiteX111" fmla="*/ 10005027 w 12192000"/>
                <a:gd name="connsiteY111" fmla="*/ 592252 h 757168"/>
                <a:gd name="connsiteX112" fmla="*/ 9898681 w 12192000"/>
                <a:gd name="connsiteY112" fmla="*/ 613195 h 757168"/>
                <a:gd name="connsiteX113" fmla="*/ 9753225 w 12192000"/>
                <a:gd name="connsiteY113" fmla="*/ 629038 h 757168"/>
                <a:gd name="connsiteX114" fmla="*/ 9591376 w 12192000"/>
                <a:gd name="connsiteY114" fmla="*/ 648601 h 757168"/>
                <a:gd name="connsiteX115" fmla="*/ 9472860 w 12192000"/>
                <a:gd name="connsiteY115" fmla="*/ 655936 h 757168"/>
                <a:gd name="connsiteX116" fmla="*/ 9299788 w 12192000"/>
                <a:gd name="connsiteY116" fmla="*/ 636945 h 757168"/>
                <a:gd name="connsiteX117" fmla="*/ 9264605 w 12192000"/>
                <a:gd name="connsiteY117" fmla="*/ 627087 h 757168"/>
                <a:gd name="connsiteX118" fmla="*/ 8926435 w 12192000"/>
                <a:gd name="connsiteY118" fmla="*/ 549269 h 757168"/>
                <a:gd name="connsiteX119" fmla="*/ 8698934 w 12192000"/>
                <a:gd name="connsiteY119" fmla="*/ 536583 h 757168"/>
                <a:gd name="connsiteX120" fmla="*/ 8622862 w 12192000"/>
                <a:gd name="connsiteY120" fmla="*/ 541563 h 757168"/>
                <a:gd name="connsiteX121" fmla="*/ 8482784 w 12192000"/>
                <a:gd name="connsiteY121" fmla="*/ 574094 h 757168"/>
                <a:gd name="connsiteX122" fmla="*/ 8421565 w 12192000"/>
                <a:gd name="connsiteY122" fmla="*/ 576610 h 757168"/>
                <a:gd name="connsiteX123" fmla="*/ 8313469 w 12192000"/>
                <a:gd name="connsiteY123" fmla="*/ 574762 h 757168"/>
                <a:gd name="connsiteX124" fmla="*/ 8079520 w 12192000"/>
                <a:gd name="connsiteY124" fmla="*/ 558685 h 757168"/>
                <a:gd name="connsiteX125" fmla="*/ 7773327 w 12192000"/>
                <a:gd name="connsiteY125" fmla="*/ 558854 h 757168"/>
                <a:gd name="connsiteX126" fmla="*/ 7652477 w 12192000"/>
                <a:gd name="connsiteY126" fmla="*/ 547561 h 757168"/>
                <a:gd name="connsiteX127" fmla="*/ 7522274 w 12192000"/>
                <a:gd name="connsiteY127" fmla="*/ 532150 h 757168"/>
                <a:gd name="connsiteX128" fmla="*/ 7484080 w 12192000"/>
                <a:gd name="connsiteY128" fmla="*/ 530532 h 757168"/>
                <a:gd name="connsiteX129" fmla="*/ 7282277 w 12192000"/>
                <a:gd name="connsiteY129" fmla="*/ 540177 h 757168"/>
                <a:gd name="connsiteX130" fmla="*/ 7235690 w 12192000"/>
                <a:gd name="connsiteY130" fmla="*/ 551282 h 757168"/>
                <a:gd name="connsiteX131" fmla="*/ 7116339 w 12192000"/>
                <a:gd name="connsiteY131" fmla="*/ 539494 h 757168"/>
                <a:gd name="connsiteX132" fmla="*/ 7011067 w 12192000"/>
                <a:gd name="connsiteY132" fmla="*/ 511848 h 757168"/>
                <a:gd name="connsiteX133" fmla="*/ 6403234 w 12192000"/>
                <a:gd name="connsiteY133" fmla="*/ 432296 h 757168"/>
                <a:gd name="connsiteX134" fmla="*/ 6036273 w 12192000"/>
                <a:gd name="connsiteY134" fmla="*/ 412301 h 757168"/>
                <a:gd name="connsiteX135" fmla="*/ 5780467 w 12192000"/>
                <a:gd name="connsiteY135" fmla="*/ 377910 h 757168"/>
                <a:gd name="connsiteX136" fmla="*/ 5739051 w 12192000"/>
                <a:gd name="connsiteY136" fmla="*/ 353609 h 757168"/>
                <a:gd name="connsiteX137" fmla="*/ 5583566 w 12192000"/>
                <a:gd name="connsiteY137" fmla="*/ 321995 h 757168"/>
                <a:gd name="connsiteX138" fmla="*/ 5432030 w 12192000"/>
                <a:gd name="connsiteY138" fmla="*/ 362512 h 757168"/>
                <a:gd name="connsiteX139" fmla="*/ 5241398 w 12192000"/>
                <a:gd name="connsiteY139" fmla="*/ 425781 h 757168"/>
                <a:gd name="connsiteX140" fmla="*/ 5139710 w 12192000"/>
                <a:gd name="connsiteY140" fmla="*/ 421022 h 757168"/>
                <a:gd name="connsiteX141" fmla="*/ 4929402 w 12192000"/>
                <a:gd name="connsiteY141" fmla="*/ 424310 h 757168"/>
                <a:gd name="connsiteX142" fmla="*/ 4782793 w 12192000"/>
                <a:gd name="connsiteY142" fmla="*/ 441046 h 757168"/>
                <a:gd name="connsiteX143" fmla="*/ 4577594 w 12192000"/>
                <a:gd name="connsiteY143" fmla="*/ 459290 h 757168"/>
                <a:gd name="connsiteX144" fmla="*/ 4500826 w 12192000"/>
                <a:gd name="connsiteY144" fmla="*/ 470529 h 757168"/>
                <a:gd name="connsiteX145" fmla="*/ 4317973 w 12192000"/>
                <a:gd name="connsiteY145" fmla="*/ 483649 h 757168"/>
                <a:gd name="connsiteX146" fmla="*/ 4166722 w 12192000"/>
                <a:gd name="connsiteY146" fmla="*/ 490602 h 757168"/>
                <a:gd name="connsiteX147" fmla="*/ 4042814 w 12192000"/>
                <a:gd name="connsiteY147" fmla="*/ 530660 h 757168"/>
                <a:gd name="connsiteX148" fmla="*/ 4002653 w 12192000"/>
                <a:gd name="connsiteY148" fmla="*/ 552594 h 757168"/>
                <a:gd name="connsiteX149" fmla="*/ 3969549 w 12192000"/>
                <a:gd name="connsiteY149" fmla="*/ 566312 h 757168"/>
                <a:gd name="connsiteX150" fmla="*/ 3821685 w 12192000"/>
                <a:gd name="connsiteY150" fmla="*/ 649183 h 757168"/>
                <a:gd name="connsiteX151" fmla="*/ 3805138 w 12192000"/>
                <a:gd name="connsiteY151" fmla="*/ 655947 h 757168"/>
                <a:gd name="connsiteX152" fmla="*/ 3609177 w 12192000"/>
                <a:gd name="connsiteY152" fmla="*/ 687459 h 757168"/>
                <a:gd name="connsiteX153" fmla="*/ 3539727 w 12192000"/>
                <a:gd name="connsiteY153" fmla="*/ 706521 h 757168"/>
                <a:gd name="connsiteX154" fmla="*/ 3396572 w 12192000"/>
                <a:gd name="connsiteY154" fmla="*/ 755681 h 757168"/>
                <a:gd name="connsiteX155" fmla="*/ 3341054 w 12192000"/>
                <a:gd name="connsiteY155" fmla="*/ 754679 h 757168"/>
                <a:gd name="connsiteX156" fmla="*/ 3138775 w 12192000"/>
                <a:gd name="connsiteY156" fmla="*/ 710120 h 757168"/>
                <a:gd name="connsiteX157" fmla="*/ 3037283 w 12192000"/>
                <a:gd name="connsiteY157" fmla="*/ 666453 h 757168"/>
                <a:gd name="connsiteX158" fmla="*/ 3002117 w 12192000"/>
                <a:gd name="connsiteY158" fmla="*/ 649347 h 757168"/>
                <a:gd name="connsiteX159" fmla="*/ 2747294 w 12192000"/>
                <a:gd name="connsiteY159" fmla="*/ 652400 h 757168"/>
                <a:gd name="connsiteX160" fmla="*/ 2676273 w 12192000"/>
                <a:gd name="connsiteY160" fmla="*/ 652304 h 757168"/>
                <a:gd name="connsiteX161" fmla="*/ 2432360 w 12192000"/>
                <a:gd name="connsiteY161" fmla="*/ 657836 h 757168"/>
                <a:gd name="connsiteX162" fmla="*/ 2382311 w 12192000"/>
                <a:gd name="connsiteY162" fmla="*/ 650824 h 757168"/>
                <a:gd name="connsiteX163" fmla="*/ 2055134 w 12192000"/>
                <a:gd name="connsiteY163" fmla="*/ 630053 h 757168"/>
                <a:gd name="connsiteX164" fmla="*/ 2031829 w 12192000"/>
                <a:gd name="connsiteY164" fmla="*/ 639324 h 757168"/>
                <a:gd name="connsiteX165" fmla="*/ 1912764 w 12192000"/>
                <a:gd name="connsiteY165" fmla="*/ 664183 h 757168"/>
                <a:gd name="connsiteX166" fmla="*/ 1755637 w 12192000"/>
                <a:gd name="connsiteY166" fmla="*/ 663960 h 757168"/>
                <a:gd name="connsiteX167" fmla="*/ 1727159 w 12192000"/>
                <a:gd name="connsiteY167" fmla="*/ 659605 h 757168"/>
                <a:gd name="connsiteX168" fmla="*/ 1622470 w 12192000"/>
                <a:gd name="connsiteY168" fmla="*/ 634850 h 757168"/>
                <a:gd name="connsiteX169" fmla="*/ 1385955 w 12192000"/>
                <a:gd name="connsiteY169" fmla="*/ 604522 h 757168"/>
                <a:gd name="connsiteX170" fmla="*/ 1340055 w 12192000"/>
                <a:gd name="connsiteY170" fmla="*/ 595629 h 757168"/>
                <a:gd name="connsiteX171" fmla="*/ 1257271 w 12192000"/>
                <a:gd name="connsiteY171" fmla="*/ 581180 h 757168"/>
                <a:gd name="connsiteX172" fmla="*/ 1031914 w 12192000"/>
                <a:gd name="connsiteY172" fmla="*/ 562692 h 757168"/>
                <a:gd name="connsiteX173" fmla="*/ 922031 w 12192000"/>
                <a:gd name="connsiteY173" fmla="*/ 566853 h 757168"/>
                <a:gd name="connsiteX174" fmla="*/ 873250 w 12192000"/>
                <a:gd name="connsiteY174" fmla="*/ 563724 h 757168"/>
                <a:gd name="connsiteX175" fmla="*/ 711627 w 12192000"/>
                <a:gd name="connsiteY175" fmla="*/ 529880 h 757168"/>
                <a:gd name="connsiteX176" fmla="*/ 311112 w 12192000"/>
                <a:gd name="connsiteY176" fmla="*/ 525106 h 757168"/>
                <a:gd name="connsiteX177" fmla="*/ 184145 w 12192000"/>
                <a:gd name="connsiteY177" fmla="*/ 532188 h 757168"/>
                <a:gd name="connsiteX178" fmla="*/ 116886 w 12192000"/>
                <a:gd name="connsiteY178" fmla="*/ 530572 h 757168"/>
                <a:gd name="connsiteX179" fmla="*/ 23941 w 12192000"/>
                <a:gd name="connsiteY179" fmla="*/ 506433 h 757168"/>
                <a:gd name="connsiteX180" fmla="*/ 0 w 12192000"/>
                <a:gd name="connsiteY180" fmla="*/ 502149 h 7571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</a:cxnLst>
              <a:rect l="l" t="t" r="r" b="b"/>
              <a:pathLst>
                <a:path w="12192000" h="757168">
                  <a:moveTo>
                    <a:pt x="0" y="0"/>
                  </a:moveTo>
                  <a:lnTo>
                    <a:pt x="41653" y="6945"/>
                  </a:lnTo>
                  <a:cubicBezTo>
                    <a:pt x="55151" y="9178"/>
                    <a:pt x="68996" y="11810"/>
                    <a:pt x="81317" y="15509"/>
                  </a:cubicBezTo>
                  <a:cubicBezTo>
                    <a:pt x="92911" y="18978"/>
                    <a:pt x="102562" y="24446"/>
                    <a:pt x="114150" y="28105"/>
                  </a:cubicBezTo>
                  <a:cubicBezTo>
                    <a:pt x="145644" y="37958"/>
                    <a:pt x="177914" y="47281"/>
                    <a:pt x="214865" y="58374"/>
                  </a:cubicBezTo>
                  <a:cubicBezTo>
                    <a:pt x="236680" y="42349"/>
                    <a:pt x="264438" y="53534"/>
                    <a:pt x="299237" y="63560"/>
                  </a:cubicBezTo>
                  <a:cubicBezTo>
                    <a:pt x="334763" y="73816"/>
                    <a:pt x="376093" y="78654"/>
                    <a:pt x="415570" y="83774"/>
                  </a:cubicBezTo>
                  <a:cubicBezTo>
                    <a:pt x="487949" y="93100"/>
                    <a:pt x="560804" y="100354"/>
                    <a:pt x="633210" y="109108"/>
                  </a:cubicBezTo>
                  <a:cubicBezTo>
                    <a:pt x="648566" y="111058"/>
                    <a:pt x="666073" y="114072"/>
                    <a:pt x="677567" y="119446"/>
                  </a:cubicBezTo>
                  <a:cubicBezTo>
                    <a:pt x="756262" y="155621"/>
                    <a:pt x="853422" y="169678"/>
                    <a:pt x="946429" y="171502"/>
                  </a:cubicBezTo>
                  <a:cubicBezTo>
                    <a:pt x="1019582" y="173044"/>
                    <a:pt x="1091239" y="175083"/>
                    <a:pt x="1163367" y="182106"/>
                  </a:cubicBezTo>
                  <a:cubicBezTo>
                    <a:pt x="1168863" y="182586"/>
                    <a:pt x="1176224" y="182589"/>
                    <a:pt x="1180337" y="181279"/>
                  </a:cubicBezTo>
                  <a:cubicBezTo>
                    <a:pt x="1205822" y="172503"/>
                    <a:pt x="1231920" y="173109"/>
                    <a:pt x="1263939" y="173070"/>
                  </a:cubicBezTo>
                  <a:cubicBezTo>
                    <a:pt x="1309211" y="172961"/>
                    <a:pt x="1350592" y="176848"/>
                    <a:pt x="1392213" y="183225"/>
                  </a:cubicBezTo>
                  <a:cubicBezTo>
                    <a:pt x="1422516" y="187866"/>
                    <a:pt x="1453010" y="195759"/>
                    <a:pt x="1479752" y="205174"/>
                  </a:cubicBezTo>
                  <a:cubicBezTo>
                    <a:pt x="1516962" y="218381"/>
                    <a:pt x="1553071" y="224660"/>
                    <a:pt x="1589813" y="211706"/>
                  </a:cubicBezTo>
                  <a:cubicBezTo>
                    <a:pt x="1629541" y="197953"/>
                    <a:pt x="1673292" y="205778"/>
                    <a:pt x="1716264" y="207459"/>
                  </a:cubicBezTo>
                  <a:cubicBezTo>
                    <a:pt x="1734988" y="208248"/>
                    <a:pt x="1754789" y="209668"/>
                    <a:pt x="1772900" y="208137"/>
                  </a:cubicBezTo>
                  <a:cubicBezTo>
                    <a:pt x="1825381" y="203828"/>
                    <a:pt x="1876222" y="195808"/>
                    <a:pt x="1929319" y="193822"/>
                  </a:cubicBezTo>
                  <a:cubicBezTo>
                    <a:pt x="1958819" y="192698"/>
                    <a:pt x="1991232" y="199166"/>
                    <a:pt x="2021514" y="204186"/>
                  </a:cubicBezTo>
                  <a:cubicBezTo>
                    <a:pt x="2052154" y="209417"/>
                    <a:pt x="2082323" y="216530"/>
                    <a:pt x="2111753" y="223797"/>
                  </a:cubicBezTo>
                  <a:cubicBezTo>
                    <a:pt x="2131736" y="228659"/>
                    <a:pt x="2153567" y="233429"/>
                    <a:pt x="2169356" y="241125"/>
                  </a:cubicBezTo>
                  <a:cubicBezTo>
                    <a:pt x="2205243" y="258649"/>
                    <a:pt x="2242901" y="263295"/>
                    <a:pt x="2286638" y="257382"/>
                  </a:cubicBezTo>
                  <a:cubicBezTo>
                    <a:pt x="2293313" y="256396"/>
                    <a:pt x="2301018" y="256799"/>
                    <a:pt x="2308368" y="256995"/>
                  </a:cubicBezTo>
                  <a:cubicBezTo>
                    <a:pt x="2426026" y="259155"/>
                    <a:pt x="2543593" y="262834"/>
                    <a:pt x="2660621" y="262863"/>
                  </a:cubicBezTo>
                  <a:cubicBezTo>
                    <a:pt x="2708088" y="262871"/>
                    <a:pt x="2754165" y="254412"/>
                    <a:pt x="2801134" y="250006"/>
                  </a:cubicBezTo>
                  <a:cubicBezTo>
                    <a:pt x="2810748" y="249174"/>
                    <a:pt x="2821504" y="247638"/>
                    <a:pt x="2830994" y="249091"/>
                  </a:cubicBezTo>
                  <a:cubicBezTo>
                    <a:pt x="2934354" y="264045"/>
                    <a:pt x="3032340" y="255254"/>
                    <a:pt x="3129084" y="242009"/>
                  </a:cubicBezTo>
                  <a:cubicBezTo>
                    <a:pt x="3139090" y="240625"/>
                    <a:pt x="3151170" y="241831"/>
                    <a:pt x="3162162" y="242789"/>
                  </a:cubicBezTo>
                  <a:cubicBezTo>
                    <a:pt x="3192925" y="245736"/>
                    <a:pt x="3225969" y="254145"/>
                    <a:pt x="3254072" y="251612"/>
                  </a:cubicBezTo>
                  <a:cubicBezTo>
                    <a:pt x="3328782" y="244461"/>
                    <a:pt x="3402881" y="234992"/>
                    <a:pt x="3473491" y="221903"/>
                  </a:cubicBezTo>
                  <a:cubicBezTo>
                    <a:pt x="3545212" y="208683"/>
                    <a:pt x="3611651" y="197856"/>
                    <a:pt x="3691860" y="219228"/>
                  </a:cubicBezTo>
                  <a:cubicBezTo>
                    <a:pt x="3725977" y="228268"/>
                    <a:pt x="3771754" y="225515"/>
                    <a:pt x="3811494" y="225691"/>
                  </a:cubicBezTo>
                  <a:cubicBezTo>
                    <a:pt x="3840564" y="225687"/>
                    <a:pt x="3868906" y="218586"/>
                    <a:pt x="3897533" y="220087"/>
                  </a:cubicBezTo>
                  <a:cubicBezTo>
                    <a:pt x="3973874" y="224087"/>
                    <a:pt x="4042293" y="217563"/>
                    <a:pt x="4109430" y="200477"/>
                  </a:cubicBezTo>
                  <a:cubicBezTo>
                    <a:pt x="4135544" y="193834"/>
                    <a:pt x="4175268" y="201258"/>
                    <a:pt x="4208772" y="200914"/>
                  </a:cubicBezTo>
                  <a:cubicBezTo>
                    <a:pt x="4244136" y="200288"/>
                    <a:pt x="4280583" y="199908"/>
                    <a:pt x="4314641" y="196159"/>
                  </a:cubicBezTo>
                  <a:cubicBezTo>
                    <a:pt x="4402743" y="186278"/>
                    <a:pt x="4489848" y="174436"/>
                    <a:pt x="4577622" y="163774"/>
                  </a:cubicBezTo>
                  <a:cubicBezTo>
                    <a:pt x="4649843" y="154967"/>
                    <a:pt x="4719794" y="168553"/>
                    <a:pt x="4790345" y="177592"/>
                  </a:cubicBezTo>
                  <a:cubicBezTo>
                    <a:pt x="4834576" y="183345"/>
                    <a:pt x="4875614" y="193701"/>
                    <a:pt x="4926164" y="184139"/>
                  </a:cubicBezTo>
                  <a:cubicBezTo>
                    <a:pt x="4974485" y="175032"/>
                    <a:pt x="5034899" y="180870"/>
                    <a:pt x="5088812" y="177401"/>
                  </a:cubicBezTo>
                  <a:cubicBezTo>
                    <a:pt x="5134238" y="174439"/>
                    <a:pt x="5178353" y="168165"/>
                    <a:pt x="5222466" y="162082"/>
                  </a:cubicBezTo>
                  <a:cubicBezTo>
                    <a:pt x="5282519" y="153783"/>
                    <a:pt x="5341864" y="144876"/>
                    <a:pt x="5406528" y="153987"/>
                  </a:cubicBezTo>
                  <a:cubicBezTo>
                    <a:pt x="5479960" y="164323"/>
                    <a:pt x="5531876" y="142624"/>
                    <a:pt x="5590716" y="129490"/>
                  </a:cubicBezTo>
                  <a:cubicBezTo>
                    <a:pt x="5631296" y="120553"/>
                    <a:pt x="5675395" y="114659"/>
                    <a:pt x="5719429" y="110099"/>
                  </a:cubicBezTo>
                  <a:cubicBezTo>
                    <a:pt x="5778247" y="104215"/>
                    <a:pt x="5838715" y="102042"/>
                    <a:pt x="5897895" y="96368"/>
                  </a:cubicBezTo>
                  <a:cubicBezTo>
                    <a:pt x="5987399" y="87895"/>
                    <a:pt x="6077855" y="82333"/>
                    <a:pt x="6169957" y="94411"/>
                  </a:cubicBezTo>
                  <a:cubicBezTo>
                    <a:pt x="6212360" y="99875"/>
                    <a:pt x="6252010" y="101763"/>
                    <a:pt x="6294827" y="99236"/>
                  </a:cubicBezTo>
                  <a:cubicBezTo>
                    <a:pt x="6364965" y="95091"/>
                    <a:pt x="6436581" y="97891"/>
                    <a:pt x="6494261" y="71724"/>
                  </a:cubicBezTo>
                  <a:cubicBezTo>
                    <a:pt x="6514615" y="62488"/>
                    <a:pt x="6550354" y="61691"/>
                    <a:pt x="6579627" y="57883"/>
                  </a:cubicBezTo>
                  <a:cubicBezTo>
                    <a:pt x="6613354" y="53353"/>
                    <a:pt x="6637770" y="57878"/>
                    <a:pt x="6654800" y="77086"/>
                  </a:cubicBezTo>
                  <a:cubicBezTo>
                    <a:pt x="6662444" y="85688"/>
                    <a:pt x="6685147" y="94892"/>
                    <a:pt x="6703059" y="97166"/>
                  </a:cubicBezTo>
                  <a:cubicBezTo>
                    <a:pt x="6756799" y="103989"/>
                    <a:pt x="6806654" y="100687"/>
                    <a:pt x="6859445" y="90481"/>
                  </a:cubicBezTo>
                  <a:cubicBezTo>
                    <a:pt x="6908894" y="80861"/>
                    <a:pt x="6969747" y="85387"/>
                    <a:pt x="7025414" y="83536"/>
                  </a:cubicBezTo>
                  <a:cubicBezTo>
                    <a:pt x="7064862" y="82168"/>
                    <a:pt x="7104501" y="77186"/>
                    <a:pt x="7144137" y="79264"/>
                  </a:cubicBezTo>
                  <a:cubicBezTo>
                    <a:pt x="7193316" y="81841"/>
                    <a:pt x="7241809" y="90488"/>
                    <a:pt x="7291235" y="95367"/>
                  </a:cubicBezTo>
                  <a:cubicBezTo>
                    <a:pt x="7329668" y="99288"/>
                    <a:pt x="7368978" y="100585"/>
                    <a:pt x="7407395" y="104888"/>
                  </a:cubicBezTo>
                  <a:cubicBezTo>
                    <a:pt x="7438868" y="108256"/>
                    <a:pt x="7469832" y="114265"/>
                    <a:pt x="7500837" y="119515"/>
                  </a:cubicBezTo>
                  <a:cubicBezTo>
                    <a:pt x="7512146" y="121444"/>
                    <a:pt x="7523255" y="127178"/>
                    <a:pt x="7533567" y="126955"/>
                  </a:cubicBezTo>
                  <a:cubicBezTo>
                    <a:pt x="7636025" y="124121"/>
                    <a:pt x="7707510" y="164497"/>
                    <a:pt x="7792910" y="185188"/>
                  </a:cubicBezTo>
                  <a:cubicBezTo>
                    <a:pt x="7882663" y="207063"/>
                    <a:pt x="7969001" y="237914"/>
                    <a:pt x="8070699" y="235423"/>
                  </a:cubicBezTo>
                  <a:cubicBezTo>
                    <a:pt x="8132239" y="233879"/>
                    <a:pt x="8191903" y="225939"/>
                    <a:pt x="8253177" y="222473"/>
                  </a:cubicBezTo>
                  <a:cubicBezTo>
                    <a:pt x="8274949" y="221324"/>
                    <a:pt x="8299150" y="222976"/>
                    <a:pt x="8320683" y="226393"/>
                  </a:cubicBezTo>
                  <a:cubicBezTo>
                    <a:pt x="8424731" y="242340"/>
                    <a:pt x="8527777" y="249266"/>
                    <a:pt x="8631438" y="237528"/>
                  </a:cubicBezTo>
                  <a:cubicBezTo>
                    <a:pt x="8649201" y="235596"/>
                    <a:pt x="8668058" y="233915"/>
                    <a:pt x="8686410" y="234877"/>
                  </a:cubicBezTo>
                  <a:cubicBezTo>
                    <a:pt x="8786966" y="240146"/>
                    <a:pt x="8885480" y="249315"/>
                    <a:pt x="8980658" y="273001"/>
                  </a:cubicBezTo>
                  <a:cubicBezTo>
                    <a:pt x="9012626" y="280972"/>
                    <a:pt x="9052108" y="279035"/>
                    <a:pt x="9087625" y="282423"/>
                  </a:cubicBezTo>
                  <a:cubicBezTo>
                    <a:pt x="9120583" y="285484"/>
                    <a:pt x="9154319" y="287825"/>
                    <a:pt x="9186017" y="293875"/>
                  </a:cubicBezTo>
                  <a:cubicBezTo>
                    <a:pt x="9232288" y="302785"/>
                    <a:pt x="9275554" y="305815"/>
                    <a:pt x="9323931" y="302628"/>
                  </a:cubicBezTo>
                  <a:cubicBezTo>
                    <a:pt x="9370084" y="299705"/>
                    <a:pt x="9419491" y="304964"/>
                    <a:pt x="9467213" y="307275"/>
                  </a:cubicBezTo>
                  <a:cubicBezTo>
                    <a:pt x="9520438" y="309874"/>
                    <a:pt x="9573661" y="312473"/>
                    <a:pt x="9626826" y="316213"/>
                  </a:cubicBezTo>
                  <a:cubicBezTo>
                    <a:pt x="9648094" y="317708"/>
                    <a:pt x="9671915" y="326588"/>
                    <a:pt x="9689696" y="324467"/>
                  </a:cubicBezTo>
                  <a:cubicBezTo>
                    <a:pt x="9747117" y="317175"/>
                    <a:pt x="9803355" y="332523"/>
                    <a:pt x="9860526" y="329986"/>
                  </a:cubicBezTo>
                  <a:cubicBezTo>
                    <a:pt x="9888572" y="328594"/>
                    <a:pt x="9919723" y="338048"/>
                    <a:pt x="9949775" y="340386"/>
                  </a:cubicBezTo>
                  <a:cubicBezTo>
                    <a:pt x="9998886" y="344296"/>
                    <a:pt x="10048092" y="346302"/>
                    <a:pt x="10097252" y="349262"/>
                  </a:cubicBezTo>
                  <a:cubicBezTo>
                    <a:pt x="10113390" y="350297"/>
                    <a:pt x="10129133" y="351886"/>
                    <a:pt x="10145261" y="353113"/>
                  </a:cubicBezTo>
                  <a:cubicBezTo>
                    <a:pt x="10159555" y="354243"/>
                    <a:pt x="10174512" y="356743"/>
                    <a:pt x="10188159" y="356124"/>
                  </a:cubicBezTo>
                  <a:cubicBezTo>
                    <a:pt x="10237589" y="353944"/>
                    <a:pt x="10286441" y="348682"/>
                    <a:pt x="10336144" y="348235"/>
                  </a:cubicBezTo>
                  <a:cubicBezTo>
                    <a:pt x="10379222" y="347822"/>
                    <a:pt x="10423443" y="353764"/>
                    <a:pt x="10466847" y="354131"/>
                  </a:cubicBezTo>
                  <a:cubicBezTo>
                    <a:pt x="10543353" y="354898"/>
                    <a:pt x="10619988" y="353190"/>
                    <a:pt x="10696514" y="353575"/>
                  </a:cubicBezTo>
                  <a:cubicBezTo>
                    <a:pt x="10713071" y="353680"/>
                    <a:pt x="10730069" y="359342"/>
                    <a:pt x="10746932" y="360606"/>
                  </a:cubicBezTo>
                  <a:cubicBezTo>
                    <a:pt x="10799731" y="364326"/>
                    <a:pt x="10852569" y="367289"/>
                    <a:pt x="10905388" y="370627"/>
                  </a:cubicBezTo>
                  <a:cubicBezTo>
                    <a:pt x="10935470" y="372396"/>
                    <a:pt x="10965963" y="373421"/>
                    <a:pt x="10995602" y="376691"/>
                  </a:cubicBezTo>
                  <a:cubicBezTo>
                    <a:pt x="11034750" y="381032"/>
                    <a:pt x="11070168" y="386324"/>
                    <a:pt x="11107647" y="373405"/>
                  </a:cubicBezTo>
                  <a:cubicBezTo>
                    <a:pt x="11165372" y="353347"/>
                    <a:pt x="11236837" y="366060"/>
                    <a:pt x="11302440" y="364156"/>
                  </a:cubicBezTo>
                  <a:cubicBezTo>
                    <a:pt x="11319394" y="363708"/>
                    <a:pt x="11336655" y="364422"/>
                    <a:pt x="11353613" y="363785"/>
                  </a:cubicBezTo>
                  <a:cubicBezTo>
                    <a:pt x="11384961" y="362566"/>
                    <a:pt x="11415955" y="360947"/>
                    <a:pt x="11447323" y="359346"/>
                  </a:cubicBezTo>
                  <a:cubicBezTo>
                    <a:pt x="11452855" y="359066"/>
                    <a:pt x="11459104" y="359200"/>
                    <a:pt x="11464292" y="358519"/>
                  </a:cubicBezTo>
                  <a:cubicBezTo>
                    <a:pt x="11512058" y="353010"/>
                    <a:pt x="11559143" y="346321"/>
                    <a:pt x="11607560" y="342370"/>
                  </a:cubicBezTo>
                  <a:cubicBezTo>
                    <a:pt x="11631218" y="340368"/>
                    <a:pt x="11657295" y="341352"/>
                    <a:pt x="11681426" y="344335"/>
                  </a:cubicBezTo>
                  <a:cubicBezTo>
                    <a:pt x="11751997" y="352993"/>
                    <a:pt x="11821986" y="358760"/>
                    <a:pt x="11893565" y="355261"/>
                  </a:cubicBezTo>
                  <a:cubicBezTo>
                    <a:pt x="11921973" y="353889"/>
                    <a:pt x="11953288" y="360300"/>
                    <a:pt x="11983290" y="363588"/>
                  </a:cubicBezTo>
                  <a:lnTo>
                    <a:pt x="12192000" y="388018"/>
                  </a:lnTo>
                  <a:lnTo>
                    <a:pt x="12192000" y="577115"/>
                  </a:lnTo>
                  <a:lnTo>
                    <a:pt x="12157329" y="588862"/>
                  </a:lnTo>
                  <a:cubicBezTo>
                    <a:pt x="12118393" y="608572"/>
                    <a:pt x="12109715" y="605637"/>
                    <a:pt x="12066948" y="586034"/>
                  </a:cubicBezTo>
                  <a:cubicBezTo>
                    <a:pt x="12016991" y="563193"/>
                    <a:pt x="11965119" y="541779"/>
                    <a:pt x="11911344" y="521599"/>
                  </a:cubicBezTo>
                  <a:cubicBezTo>
                    <a:pt x="11894383" y="515178"/>
                    <a:pt x="11869417" y="514060"/>
                    <a:pt x="11847823" y="511785"/>
                  </a:cubicBezTo>
                  <a:cubicBezTo>
                    <a:pt x="11811233" y="507768"/>
                    <a:pt x="11773630" y="501982"/>
                    <a:pt x="11737547" y="502380"/>
                  </a:cubicBezTo>
                  <a:cubicBezTo>
                    <a:pt x="11702930" y="502855"/>
                    <a:pt x="11668388" y="508866"/>
                    <a:pt x="11636052" y="514993"/>
                  </a:cubicBezTo>
                  <a:cubicBezTo>
                    <a:pt x="11545722" y="532199"/>
                    <a:pt x="11462455" y="555118"/>
                    <a:pt x="11394706" y="590867"/>
                  </a:cubicBezTo>
                  <a:cubicBezTo>
                    <a:pt x="11385999" y="595562"/>
                    <a:pt x="11369016" y="596581"/>
                    <a:pt x="11354978" y="597561"/>
                  </a:cubicBezTo>
                  <a:cubicBezTo>
                    <a:pt x="11332076" y="599224"/>
                    <a:pt x="11308448" y="600655"/>
                    <a:pt x="11285306" y="599825"/>
                  </a:cubicBezTo>
                  <a:cubicBezTo>
                    <a:pt x="11172906" y="595841"/>
                    <a:pt x="11083430" y="617861"/>
                    <a:pt x="11008528" y="656670"/>
                  </a:cubicBezTo>
                  <a:cubicBezTo>
                    <a:pt x="10986971" y="667750"/>
                    <a:pt x="10970753" y="668236"/>
                    <a:pt x="10948735" y="652964"/>
                  </a:cubicBezTo>
                  <a:cubicBezTo>
                    <a:pt x="10923173" y="635218"/>
                    <a:pt x="10885031" y="639705"/>
                    <a:pt x="10850698" y="641721"/>
                  </a:cubicBezTo>
                  <a:cubicBezTo>
                    <a:pt x="10815269" y="643680"/>
                    <a:pt x="10779458" y="645811"/>
                    <a:pt x="10744026" y="647769"/>
                  </a:cubicBezTo>
                  <a:cubicBezTo>
                    <a:pt x="10717832" y="649066"/>
                    <a:pt x="10692021" y="650003"/>
                    <a:pt x="10666160" y="651891"/>
                  </a:cubicBezTo>
                  <a:cubicBezTo>
                    <a:pt x="10585627" y="657783"/>
                    <a:pt x="10513854" y="650969"/>
                    <a:pt x="10450521" y="616552"/>
                  </a:cubicBezTo>
                  <a:cubicBezTo>
                    <a:pt x="10402221" y="590175"/>
                    <a:pt x="10339099" y="579806"/>
                    <a:pt x="10271192" y="583498"/>
                  </a:cubicBezTo>
                  <a:cubicBezTo>
                    <a:pt x="10262701" y="584006"/>
                    <a:pt x="10251859" y="587254"/>
                    <a:pt x="10246067" y="585423"/>
                  </a:cubicBezTo>
                  <a:cubicBezTo>
                    <a:pt x="10158786" y="558528"/>
                    <a:pt x="10086634" y="594049"/>
                    <a:pt x="10005027" y="592252"/>
                  </a:cubicBezTo>
                  <a:cubicBezTo>
                    <a:pt x="9969004" y="591507"/>
                    <a:pt x="9931565" y="603664"/>
                    <a:pt x="9898681" y="613195"/>
                  </a:cubicBezTo>
                  <a:cubicBezTo>
                    <a:pt x="9853463" y="626281"/>
                    <a:pt x="9813049" y="639042"/>
                    <a:pt x="9753225" y="629038"/>
                  </a:cubicBezTo>
                  <a:cubicBezTo>
                    <a:pt x="9693404" y="618845"/>
                    <a:pt x="9637675" y="628898"/>
                    <a:pt x="9591376" y="648601"/>
                  </a:cubicBezTo>
                  <a:cubicBezTo>
                    <a:pt x="9556001" y="663537"/>
                    <a:pt x="9518120" y="663077"/>
                    <a:pt x="9472860" y="655936"/>
                  </a:cubicBezTo>
                  <a:cubicBezTo>
                    <a:pt x="9416283" y="647056"/>
                    <a:pt x="9357217" y="643578"/>
                    <a:pt x="9299788" y="636945"/>
                  </a:cubicBezTo>
                  <a:cubicBezTo>
                    <a:pt x="9287347" y="635531"/>
                    <a:pt x="9271710" y="632039"/>
                    <a:pt x="9264605" y="627087"/>
                  </a:cubicBezTo>
                  <a:cubicBezTo>
                    <a:pt x="9177661" y="565680"/>
                    <a:pt x="9051076" y="558473"/>
                    <a:pt x="8926435" y="549269"/>
                  </a:cubicBezTo>
                  <a:cubicBezTo>
                    <a:pt x="8850925" y="543595"/>
                    <a:pt x="8774954" y="539613"/>
                    <a:pt x="8698934" y="536583"/>
                  </a:cubicBezTo>
                  <a:cubicBezTo>
                    <a:pt x="8673232" y="535428"/>
                    <a:pt x="8645916" y="537050"/>
                    <a:pt x="8622862" y="541563"/>
                  </a:cubicBezTo>
                  <a:cubicBezTo>
                    <a:pt x="8574890" y="551069"/>
                    <a:pt x="8530403" y="564380"/>
                    <a:pt x="8482784" y="574094"/>
                  </a:cubicBezTo>
                  <a:cubicBezTo>
                    <a:pt x="8464923" y="577929"/>
                    <a:pt x="8442157" y="576927"/>
                    <a:pt x="8421565" y="576610"/>
                  </a:cubicBezTo>
                  <a:cubicBezTo>
                    <a:pt x="8385152" y="576229"/>
                    <a:pt x="8345023" y="569546"/>
                    <a:pt x="8313469" y="574762"/>
                  </a:cubicBezTo>
                  <a:cubicBezTo>
                    <a:pt x="8231431" y="588203"/>
                    <a:pt x="8155671" y="580227"/>
                    <a:pt x="8079520" y="558685"/>
                  </a:cubicBezTo>
                  <a:cubicBezTo>
                    <a:pt x="7972906" y="528487"/>
                    <a:pt x="7870782" y="525043"/>
                    <a:pt x="7773327" y="558854"/>
                  </a:cubicBezTo>
                  <a:cubicBezTo>
                    <a:pt x="7729470" y="574107"/>
                    <a:pt x="7688069" y="563543"/>
                    <a:pt x="7652477" y="547561"/>
                  </a:cubicBezTo>
                  <a:cubicBezTo>
                    <a:pt x="7611494" y="529005"/>
                    <a:pt x="7570974" y="522685"/>
                    <a:pt x="7522274" y="532150"/>
                  </a:cubicBezTo>
                  <a:cubicBezTo>
                    <a:pt x="7511488" y="534257"/>
                    <a:pt x="7496511" y="532136"/>
                    <a:pt x="7484080" y="530532"/>
                  </a:cubicBezTo>
                  <a:cubicBezTo>
                    <a:pt x="7413133" y="522044"/>
                    <a:pt x="7341987" y="510303"/>
                    <a:pt x="7282277" y="540177"/>
                  </a:cubicBezTo>
                  <a:cubicBezTo>
                    <a:pt x="7270558" y="546051"/>
                    <a:pt x="7251336" y="547713"/>
                    <a:pt x="7235690" y="551282"/>
                  </a:cubicBezTo>
                  <a:cubicBezTo>
                    <a:pt x="7170161" y="565782"/>
                    <a:pt x="7172820" y="564203"/>
                    <a:pt x="7116339" y="539494"/>
                  </a:cubicBezTo>
                  <a:cubicBezTo>
                    <a:pt x="7086841" y="526502"/>
                    <a:pt x="7045980" y="512724"/>
                    <a:pt x="7011067" y="511848"/>
                  </a:cubicBezTo>
                  <a:cubicBezTo>
                    <a:pt x="6800473" y="506533"/>
                    <a:pt x="6601893" y="468653"/>
                    <a:pt x="6403234" y="432296"/>
                  </a:cubicBezTo>
                  <a:cubicBezTo>
                    <a:pt x="6280760" y="409851"/>
                    <a:pt x="6160432" y="402592"/>
                    <a:pt x="6036273" y="412301"/>
                  </a:cubicBezTo>
                  <a:cubicBezTo>
                    <a:pt x="5946471" y="419425"/>
                    <a:pt x="5863077" y="395593"/>
                    <a:pt x="5780467" y="377910"/>
                  </a:cubicBezTo>
                  <a:cubicBezTo>
                    <a:pt x="5763357" y="374343"/>
                    <a:pt x="5747757" y="363033"/>
                    <a:pt x="5739051" y="353609"/>
                  </a:cubicBezTo>
                  <a:cubicBezTo>
                    <a:pt x="5707675" y="320294"/>
                    <a:pt x="5653252" y="312483"/>
                    <a:pt x="5583566" y="321995"/>
                  </a:cubicBezTo>
                  <a:cubicBezTo>
                    <a:pt x="5528347" y="329404"/>
                    <a:pt x="5477716" y="340486"/>
                    <a:pt x="5432030" y="362512"/>
                  </a:cubicBezTo>
                  <a:cubicBezTo>
                    <a:pt x="5378421" y="388318"/>
                    <a:pt x="5322767" y="418026"/>
                    <a:pt x="5241398" y="425781"/>
                  </a:cubicBezTo>
                  <a:cubicBezTo>
                    <a:pt x="5206262" y="429089"/>
                    <a:pt x="5176131" y="428273"/>
                    <a:pt x="5139710" y="421022"/>
                  </a:cubicBezTo>
                  <a:cubicBezTo>
                    <a:pt x="5069048" y="407018"/>
                    <a:pt x="4997864" y="396037"/>
                    <a:pt x="4929402" y="424310"/>
                  </a:cubicBezTo>
                  <a:cubicBezTo>
                    <a:pt x="4891785" y="439890"/>
                    <a:pt x="4841650" y="448519"/>
                    <a:pt x="4782793" y="441046"/>
                  </a:cubicBezTo>
                  <a:cubicBezTo>
                    <a:pt x="4709316" y="431663"/>
                    <a:pt x="4641426" y="442031"/>
                    <a:pt x="4577594" y="459290"/>
                  </a:cubicBezTo>
                  <a:cubicBezTo>
                    <a:pt x="4554816" y="465538"/>
                    <a:pt x="4527069" y="468279"/>
                    <a:pt x="4500826" y="470529"/>
                  </a:cubicBezTo>
                  <a:cubicBezTo>
                    <a:pt x="4440199" y="475746"/>
                    <a:pt x="4379252" y="479993"/>
                    <a:pt x="4317973" y="483649"/>
                  </a:cubicBezTo>
                  <a:cubicBezTo>
                    <a:pt x="4267762" y="486741"/>
                    <a:pt x="4217264" y="488292"/>
                    <a:pt x="4166722" y="490602"/>
                  </a:cubicBezTo>
                  <a:cubicBezTo>
                    <a:pt x="4111394" y="493045"/>
                    <a:pt x="4067073" y="503124"/>
                    <a:pt x="4042814" y="530660"/>
                  </a:cubicBezTo>
                  <a:cubicBezTo>
                    <a:pt x="4034996" y="539407"/>
                    <a:pt x="4017001" y="545715"/>
                    <a:pt x="4002653" y="552594"/>
                  </a:cubicBezTo>
                  <a:cubicBezTo>
                    <a:pt x="3992459" y="557592"/>
                    <a:pt x="3979023" y="561086"/>
                    <a:pt x="3969549" y="566312"/>
                  </a:cubicBezTo>
                  <a:cubicBezTo>
                    <a:pt x="3919896" y="593854"/>
                    <a:pt x="3870968" y="621622"/>
                    <a:pt x="3821685" y="649183"/>
                  </a:cubicBezTo>
                  <a:cubicBezTo>
                    <a:pt x="3816761" y="651788"/>
                    <a:pt x="3811445" y="654943"/>
                    <a:pt x="3805138" y="655947"/>
                  </a:cubicBezTo>
                  <a:cubicBezTo>
                    <a:pt x="3739817" y="666451"/>
                    <a:pt x="3673801" y="676154"/>
                    <a:pt x="3609177" y="687459"/>
                  </a:cubicBezTo>
                  <a:cubicBezTo>
                    <a:pt x="3584288" y="691878"/>
                    <a:pt x="3558597" y="697589"/>
                    <a:pt x="3539727" y="706521"/>
                  </a:cubicBezTo>
                  <a:cubicBezTo>
                    <a:pt x="3496714" y="726780"/>
                    <a:pt x="3457268" y="749132"/>
                    <a:pt x="3396572" y="755681"/>
                  </a:cubicBezTo>
                  <a:cubicBezTo>
                    <a:pt x="3378807" y="757611"/>
                    <a:pt x="3357809" y="758036"/>
                    <a:pt x="3341054" y="754679"/>
                  </a:cubicBezTo>
                  <a:cubicBezTo>
                    <a:pt x="3272962" y="740809"/>
                    <a:pt x="3206471" y="724541"/>
                    <a:pt x="3138775" y="710120"/>
                  </a:cubicBezTo>
                  <a:cubicBezTo>
                    <a:pt x="3095820" y="701191"/>
                    <a:pt x="3056969" y="691141"/>
                    <a:pt x="3037283" y="666453"/>
                  </a:cubicBezTo>
                  <a:cubicBezTo>
                    <a:pt x="3031764" y="659487"/>
                    <a:pt x="3015626" y="651391"/>
                    <a:pt x="3002117" y="649347"/>
                  </a:cubicBezTo>
                  <a:cubicBezTo>
                    <a:pt x="2915220" y="636209"/>
                    <a:pt x="2829194" y="627503"/>
                    <a:pt x="2747294" y="652400"/>
                  </a:cubicBezTo>
                  <a:cubicBezTo>
                    <a:pt x="2730084" y="657794"/>
                    <a:pt x="2698519" y="656140"/>
                    <a:pt x="2676273" y="652304"/>
                  </a:cubicBezTo>
                  <a:cubicBezTo>
                    <a:pt x="2590546" y="637890"/>
                    <a:pt x="2508883" y="630176"/>
                    <a:pt x="2432360" y="657836"/>
                  </a:cubicBezTo>
                  <a:cubicBezTo>
                    <a:pt x="2423352" y="661179"/>
                    <a:pt x="2395274" y="656272"/>
                    <a:pt x="2382311" y="650824"/>
                  </a:cubicBezTo>
                  <a:cubicBezTo>
                    <a:pt x="2257393" y="597728"/>
                    <a:pt x="2187724" y="592930"/>
                    <a:pt x="2055134" y="630053"/>
                  </a:cubicBezTo>
                  <a:cubicBezTo>
                    <a:pt x="2046542" y="632464"/>
                    <a:pt x="2035364" y="635121"/>
                    <a:pt x="2031829" y="639324"/>
                  </a:cubicBezTo>
                  <a:cubicBezTo>
                    <a:pt x="2007977" y="666120"/>
                    <a:pt x="1960229" y="664380"/>
                    <a:pt x="1912764" y="664183"/>
                  </a:cubicBezTo>
                  <a:cubicBezTo>
                    <a:pt x="1860521" y="663924"/>
                    <a:pt x="1808236" y="664426"/>
                    <a:pt x="1755637" y="663960"/>
                  </a:cubicBezTo>
                  <a:cubicBezTo>
                    <a:pt x="1746439" y="663859"/>
                    <a:pt x="1736243" y="661799"/>
                    <a:pt x="1727159" y="659605"/>
                  </a:cubicBezTo>
                  <a:cubicBezTo>
                    <a:pt x="1692256" y="651480"/>
                    <a:pt x="1658604" y="640559"/>
                    <a:pt x="1622470" y="634850"/>
                  </a:cubicBezTo>
                  <a:cubicBezTo>
                    <a:pt x="1544362" y="622552"/>
                    <a:pt x="1469248" y="602210"/>
                    <a:pt x="1385955" y="604522"/>
                  </a:cubicBezTo>
                  <a:cubicBezTo>
                    <a:pt x="1371585" y="604913"/>
                    <a:pt x="1355357" y="598530"/>
                    <a:pt x="1340055" y="595629"/>
                  </a:cubicBezTo>
                  <a:cubicBezTo>
                    <a:pt x="1312351" y="590552"/>
                    <a:pt x="1285460" y="583993"/>
                    <a:pt x="1257271" y="581180"/>
                  </a:cubicBezTo>
                  <a:cubicBezTo>
                    <a:pt x="1182583" y="573830"/>
                    <a:pt x="1107142" y="566824"/>
                    <a:pt x="1031914" y="562692"/>
                  </a:cubicBezTo>
                  <a:cubicBezTo>
                    <a:pt x="995593" y="560597"/>
                    <a:pt x="958880" y="565923"/>
                    <a:pt x="922031" y="566853"/>
                  </a:cubicBezTo>
                  <a:cubicBezTo>
                    <a:pt x="905446" y="567320"/>
                    <a:pt x="878533" y="568199"/>
                    <a:pt x="873250" y="563724"/>
                  </a:cubicBezTo>
                  <a:cubicBezTo>
                    <a:pt x="832343" y="529722"/>
                    <a:pt x="772202" y="532674"/>
                    <a:pt x="711627" y="529880"/>
                  </a:cubicBezTo>
                  <a:cubicBezTo>
                    <a:pt x="577999" y="523641"/>
                    <a:pt x="447408" y="543696"/>
                    <a:pt x="311112" y="525106"/>
                  </a:cubicBezTo>
                  <a:cubicBezTo>
                    <a:pt x="271645" y="519795"/>
                    <a:pt x="226936" y="530235"/>
                    <a:pt x="184145" y="532188"/>
                  </a:cubicBezTo>
                  <a:cubicBezTo>
                    <a:pt x="162015" y="533128"/>
                    <a:pt x="137665" y="534333"/>
                    <a:pt x="116886" y="530572"/>
                  </a:cubicBezTo>
                  <a:cubicBezTo>
                    <a:pt x="84810" y="524693"/>
                    <a:pt x="54011" y="515448"/>
                    <a:pt x="23941" y="506433"/>
                  </a:cubicBezTo>
                  <a:lnTo>
                    <a:pt x="0" y="502149"/>
                  </a:lnTo>
                  <a:close/>
                </a:path>
              </a:pathLst>
            </a:custGeom>
            <a:solidFill>
              <a:srgbClr val="FFFFFF"/>
            </a:solidFill>
            <a:ln w="12700" cap="flat" cmpd="sng" algn="ctr">
              <a:noFill/>
              <a:prstDash val="solid"/>
              <a:miter lim="800000"/>
            </a:ln>
            <a:effectLst>
              <a:outerShdw blurRad="381000" dist="152400" dir="5400000" algn="t" rotWithShape="0">
                <a:prstClr val="black">
                  <a:alpha val="10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33" name="Freeform: Shape 32">
              <a:extLst>
                <a:ext uri="{FF2B5EF4-FFF2-40B4-BE49-F238E27FC236}">
                  <a16:creationId xmlns:a16="http://schemas.microsoft.com/office/drawing/2014/main" id="{24FE591E-19B9-480D-9B26-EB96D70C28D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0" y="2959818"/>
              <a:ext cx="12192000" cy="757168"/>
            </a:xfrm>
            <a:custGeom>
              <a:avLst/>
              <a:gdLst>
                <a:gd name="connsiteX0" fmla="*/ 0 w 12192000"/>
                <a:gd name="connsiteY0" fmla="*/ 0 h 757168"/>
                <a:gd name="connsiteX1" fmla="*/ 41653 w 12192000"/>
                <a:gd name="connsiteY1" fmla="*/ 6945 h 757168"/>
                <a:gd name="connsiteX2" fmla="*/ 81317 w 12192000"/>
                <a:gd name="connsiteY2" fmla="*/ 15509 h 757168"/>
                <a:gd name="connsiteX3" fmla="*/ 114150 w 12192000"/>
                <a:gd name="connsiteY3" fmla="*/ 28105 h 757168"/>
                <a:gd name="connsiteX4" fmla="*/ 214865 w 12192000"/>
                <a:gd name="connsiteY4" fmla="*/ 58374 h 757168"/>
                <a:gd name="connsiteX5" fmla="*/ 299237 w 12192000"/>
                <a:gd name="connsiteY5" fmla="*/ 63560 h 757168"/>
                <a:gd name="connsiteX6" fmla="*/ 415570 w 12192000"/>
                <a:gd name="connsiteY6" fmla="*/ 83774 h 757168"/>
                <a:gd name="connsiteX7" fmla="*/ 633210 w 12192000"/>
                <a:gd name="connsiteY7" fmla="*/ 109108 h 757168"/>
                <a:gd name="connsiteX8" fmla="*/ 677567 w 12192000"/>
                <a:gd name="connsiteY8" fmla="*/ 119446 h 757168"/>
                <a:gd name="connsiteX9" fmla="*/ 946429 w 12192000"/>
                <a:gd name="connsiteY9" fmla="*/ 171502 h 757168"/>
                <a:gd name="connsiteX10" fmla="*/ 1163367 w 12192000"/>
                <a:gd name="connsiteY10" fmla="*/ 182106 h 757168"/>
                <a:gd name="connsiteX11" fmla="*/ 1180337 w 12192000"/>
                <a:gd name="connsiteY11" fmla="*/ 181279 h 757168"/>
                <a:gd name="connsiteX12" fmla="*/ 1263939 w 12192000"/>
                <a:gd name="connsiteY12" fmla="*/ 173070 h 757168"/>
                <a:gd name="connsiteX13" fmla="*/ 1392213 w 12192000"/>
                <a:gd name="connsiteY13" fmla="*/ 183225 h 757168"/>
                <a:gd name="connsiteX14" fmla="*/ 1479752 w 12192000"/>
                <a:gd name="connsiteY14" fmla="*/ 205174 h 757168"/>
                <a:gd name="connsiteX15" fmla="*/ 1589813 w 12192000"/>
                <a:gd name="connsiteY15" fmla="*/ 211706 h 757168"/>
                <a:gd name="connsiteX16" fmla="*/ 1716264 w 12192000"/>
                <a:gd name="connsiteY16" fmla="*/ 207459 h 757168"/>
                <a:gd name="connsiteX17" fmla="*/ 1772900 w 12192000"/>
                <a:gd name="connsiteY17" fmla="*/ 208137 h 757168"/>
                <a:gd name="connsiteX18" fmla="*/ 1929319 w 12192000"/>
                <a:gd name="connsiteY18" fmla="*/ 193822 h 757168"/>
                <a:gd name="connsiteX19" fmla="*/ 2021514 w 12192000"/>
                <a:gd name="connsiteY19" fmla="*/ 204186 h 757168"/>
                <a:gd name="connsiteX20" fmla="*/ 2111753 w 12192000"/>
                <a:gd name="connsiteY20" fmla="*/ 223797 h 757168"/>
                <a:gd name="connsiteX21" fmla="*/ 2169356 w 12192000"/>
                <a:gd name="connsiteY21" fmla="*/ 241125 h 757168"/>
                <a:gd name="connsiteX22" fmla="*/ 2286638 w 12192000"/>
                <a:gd name="connsiteY22" fmla="*/ 257382 h 757168"/>
                <a:gd name="connsiteX23" fmla="*/ 2308368 w 12192000"/>
                <a:gd name="connsiteY23" fmla="*/ 256995 h 757168"/>
                <a:gd name="connsiteX24" fmla="*/ 2660621 w 12192000"/>
                <a:gd name="connsiteY24" fmla="*/ 262863 h 757168"/>
                <a:gd name="connsiteX25" fmla="*/ 2801134 w 12192000"/>
                <a:gd name="connsiteY25" fmla="*/ 250006 h 757168"/>
                <a:gd name="connsiteX26" fmla="*/ 2830994 w 12192000"/>
                <a:gd name="connsiteY26" fmla="*/ 249091 h 757168"/>
                <a:gd name="connsiteX27" fmla="*/ 3129084 w 12192000"/>
                <a:gd name="connsiteY27" fmla="*/ 242009 h 757168"/>
                <a:gd name="connsiteX28" fmla="*/ 3162162 w 12192000"/>
                <a:gd name="connsiteY28" fmla="*/ 242789 h 757168"/>
                <a:gd name="connsiteX29" fmla="*/ 3254072 w 12192000"/>
                <a:gd name="connsiteY29" fmla="*/ 251612 h 757168"/>
                <a:gd name="connsiteX30" fmla="*/ 3473491 w 12192000"/>
                <a:gd name="connsiteY30" fmla="*/ 221903 h 757168"/>
                <a:gd name="connsiteX31" fmla="*/ 3691860 w 12192000"/>
                <a:gd name="connsiteY31" fmla="*/ 219228 h 757168"/>
                <a:gd name="connsiteX32" fmla="*/ 3811494 w 12192000"/>
                <a:gd name="connsiteY32" fmla="*/ 225691 h 757168"/>
                <a:gd name="connsiteX33" fmla="*/ 3897533 w 12192000"/>
                <a:gd name="connsiteY33" fmla="*/ 220087 h 757168"/>
                <a:gd name="connsiteX34" fmla="*/ 4109430 w 12192000"/>
                <a:gd name="connsiteY34" fmla="*/ 200477 h 757168"/>
                <a:gd name="connsiteX35" fmla="*/ 4208772 w 12192000"/>
                <a:gd name="connsiteY35" fmla="*/ 200914 h 757168"/>
                <a:gd name="connsiteX36" fmla="*/ 4314641 w 12192000"/>
                <a:gd name="connsiteY36" fmla="*/ 196159 h 757168"/>
                <a:gd name="connsiteX37" fmla="*/ 4577622 w 12192000"/>
                <a:gd name="connsiteY37" fmla="*/ 163774 h 757168"/>
                <a:gd name="connsiteX38" fmla="*/ 4790345 w 12192000"/>
                <a:gd name="connsiteY38" fmla="*/ 177592 h 757168"/>
                <a:gd name="connsiteX39" fmla="*/ 4926164 w 12192000"/>
                <a:gd name="connsiteY39" fmla="*/ 184139 h 757168"/>
                <a:gd name="connsiteX40" fmla="*/ 5088812 w 12192000"/>
                <a:gd name="connsiteY40" fmla="*/ 177401 h 757168"/>
                <a:gd name="connsiteX41" fmla="*/ 5222466 w 12192000"/>
                <a:gd name="connsiteY41" fmla="*/ 162082 h 757168"/>
                <a:gd name="connsiteX42" fmla="*/ 5406528 w 12192000"/>
                <a:gd name="connsiteY42" fmla="*/ 153987 h 757168"/>
                <a:gd name="connsiteX43" fmla="*/ 5590716 w 12192000"/>
                <a:gd name="connsiteY43" fmla="*/ 129490 h 757168"/>
                <a:gd name="connsiteX44" fmla="*/ 5719429 w 12192000"/>
                <a:gd name="connsiteY44" fmla="*/ 110099 h 757168"/>
                <a:gd name="connsiteX45" fmla="*/ 5897895 w 12192000"/>
                <a:gd name="connsiteY45" fmla="*/ 96368 h 757168"/>
                <a:gd name="connsiteX46" fmla="*/ 6169957 w 12192000"/>
                <a:gd name="connsiteY46" fmla="*/ 94411 h 757168"/>
                <a:gd name="connsiteX47" fmla="*/ 6294827 w 12192000"/>
                <a:gd name="connsiteY47" fmla="*/ 99236 h 757168"/>
                <a:gd name="connsiteX48" fmla="*/ 6494261 w 12192000"/>
                <a:gd name="connsiteY48" fmla="*/ 71724 h 757168"/>
                <a:gd name="connsiteX49" fmla="*/ 6579627 w 12192000"/>
                <a:gd name="connsiteY49" fmla="*/ 57883 h 757168"/>
                <a:gd name="connsiteX50" fmla="*/ 6654800 w 12192000"/>
                <a:gd name="connsiteY50" fmla="*/ 77086 h 757168"/>
                <a:gd name="connsiteX51" fmla="*/ 6703059 w 12192000"/>
                <a:gd name="connsiteY51" fmla="*/ 97166 h 757168"/>
                <a:gd name="connsiteX52" fmla="*/ 6859445 w 12192000"/>
                <a:gd name="connsiteY52" fmla="*/ 90481 h 757168"/>
                <a:gd name="connsiteX53" fmla="*/ 7025414 w 12192000"/>
                <a:gd name="connsiteY53" fmla="*/ 83536 h 757168"/>
                <a:gd name="connsiteX54" fmla="*/ 7144137 w 12192000"/>
                <a:gd name="connsiteY54" fmla="*/ 79264 h 757168"/>
                <a:gd name="connsiteX55" fmla="*/ 7291235 w 12192000"/>
                <a:gd name="connsiteY55" fmla="*/ 95367 h 757168"/>
                <a:gd name="connsiteX56" fmla="*/ 7407395 w 12192000"/>
                <a:gd name="connsiteY56" fmla="*/ 104888 h 757168"/>
                <a:gd name="connsiteX57" fmla="*/ 7500837 w 12192000"/>
                <a:gd name="connsiteY57" fmla="*/ 119515 h 757168"/>
                <a:gd name="connsiteX58" fmla="*/ 7533567 w 12192000"/>
                <a:gd name="connsiteY58" fmla="*/ 126955 h 757168"/>
                <a:gd name="connsiteX59" fmla="*/ 7792910 w 12192000"/>
                <a:gd name="connsiteY59" fmla="*/ 185188 h 757168"/>
                <a:gd name="connsiteX60" fmla="*/ 8070699 w 12192000"/>
                <a:gd name="connsiteY60" fmla="*/ 235423 h 757168"/>
                <a:gd name="connsiteX61" fmla="*/ 8253177 w 12192000"/>
                <a:gd name="connsiteY61" fmla="*/ 222473 h 757168"/>
                <a:gd name="connsiteX62" fmla="*/ 8320683 w 12192000"/>
                <a:gd name="connsiteY62" fmla="*/ 226393 h 757168"/>
                <a:gd name="connsiteX63" fmla="*/ 8631438 w 12192000"/>
                <a:gd name="connsiteY63" fmla="*/ 237528 h 757168"/>
                <a:gd name="connsiteX64" fmla="*/ 8686410 w 12192000"/>
                <a:gd name="connsiteY64" fmla="*/ 234877 h 757168"/>
                <a:gd name="connsiteX65" fmla="*/ 8980658 w 12192000"/>
                <a:gd name="connsiteY65" fmla="*/ 273001 h 757168"/>
                <a:gd name="connsiteX66" fmla="*/ 9087625 w 12192000"/>
                <a:gd name="connsiteY66" fmla="*/ 282423 h 757168"/>
                <a:gd name="connsiteX67" fmla="*/ 9186017 w 12192000"/>
                <a:gd name="connsiteY67" fmla="*/ 293875 h 757168"/>
                <a:gd name="connsiteX68" fmla="*/ 9323931 w 12192000"/>
                <a:gd name="connsiteY68" fmla="*/ 302628 h 757168"/>
                <a:gd name="connsiteX69" fmla="*/ 9467213 w 12192000"/>
                <a:gd name="connsiteY69" fmla="*/ 307275 h 757168"/>
                <a:gd name="connsiteX70" fmla="*/ 9626826 w 12192000"/>
                <a:gd name="connsiteY70" fmla="*/ 316213 h 757168"/>
                <a:gd name="connsiteX71" fmla="*/ 9689696 w 12192000"/>
                <a:gd name="connsiteY71" fmla="*/ 324467 h 757168"/>
                <a:gd name="connsiteX72" fmla="*/ 9860526 w 12192000"/>
                <a:gd name="connsiteY72" fmla="*/ 329986 h 757168"/>
                <a:gd name="connsiteX73" fmla="*/ 9949775 w 12192000"/>
                <a:gd name="connsiteY73" fmla="*/ 340386 h 757168"/>
                <a:gd name="connsiteX74" fmla="*/ 10097252 w 12192000"/>
                <a:gd name="connsiteY74" fmla="*/ 349262 h 757168"/>
                <a:gd name="connsiteX75" fmla="*/ 10145261 w 12192000"/>
                <a:gd name="connsiteY75" fmla="*/ 353113 h 757168"/>
                <a:gd name="connsiteX76" fmla="*/ 10188159 w 12192000"/>
                <a:gd name="connsiteY76" fmla="*/ 356124 h 757168"/>
                <a:gd name="connsiteX77" fmla="*/ 10336144 w 12192000"/>
                <a:gd name="connsiteY77" fmla="*/ 348235 h 757168"/>
                <a:gd name="connsiteX78" fmla="*/ 10466847 w 12192000"/>
                <a:gd name="connsiteY78" fmla="*/ 354131 h 757168"/>
                <a:gd name="connsiteX79" fmla="*/ 10696514 w 12192000"/>
                <a:gd name="connsiteY79" fmla="*/ 353575 h 757168"/>
                <a:gd name="connsiteX80" fmla="*/ 10746932 w 12192000"/>
                <a:gd name="connsiteY80" fmla="*/ 360606 h 757168"/>
                <a:gd name="connsiteX81" fmla="*/ 10905388 w 12192000"/>
                <a:gd name="connsiteY81" fmla="*/ 370627 h 757168"/>
                <a:gd name="connsiteX82" fmla="*/ 10995602 w 12192000"/>
                <a:gd name="connsiteY82" fmla="*/ 376691 h 757168"/>
                <a:gd name="connsiteX83" fmla="*/ 11107647 w 12192000"/>
                <a:gd name="connsiteY83" fmla="*/ 373405 h 757168"/>
                <a:gd name="connsiteX84" fmla="*/ 11302440 w 12192000"/>
                <a:gd name="connsiteY84" fmla="*/ 364156 h 757168"/>
                <a:gd name="connsiteX85" fmla="*/ 11353613 w 12192000"/>
                <a:gd name="connsiteY85" fmla="*/ 363785 h 757168"/>
                <a:gd name="connsiteX86" fmla="*/ 11447323 w 12192000"/>
                <a:gd name="connsiteY86" fmla="*/ 359346 h 757168"/>
                <a:gd name="connsiteX87" fmla="*/ 11464292 w 12192000"/>
                <a:gd name="connsiteY87" fmla="*/ 358519 h 757168"/>
                <a:gd name="connsiteX88" fmla="*/ 11607560 w 12192000"/>
                <a:gd name="connsiteY88" fmla="*/ 342370 h 757168"/>
                <a:gd name="connsiteX89" fmla="*/ 11681426 w 12192000"/>
                <a:gd name="connsiteY89" fmla="*/ 344335 h 757168"/>
                <a:gd name="connsiteX90" fmla="*/ 11893565 w 12192000"/>
                <a:gd name="connsiteY90" fmla="*/ 355261 h 757168"/>
                <a:gd name="connsiteX91" fmla="*/ 11983290 w 12192000"/>
                <a:gd name="connsiteY91" fmla="*/ 363588 h 757168"/>
                <a:gd name="connsiteX92" fmla="*/ 12192000 w 12192000"/>
                <a:gd name="connsiteY92" fmla="*/ 388018 h 757168"/>
                <a:gd name="connsiteX93" fmla="*/ 12192000 w 12192000"/>
                <a:gd name="connsiteY93" fmla="*/ 577115 h 757168"/>
                <a:gd name="connsiteX94" fmla="*/ 12157329 w 12192000"/>
                <a:gd name="connsiteY94" fmla="*/ 588862 h 757168"/>
                <a:gd name="connsiteX95" fmla="*/ 12066948 w 12192000"/>
                <a:gd name="connsiteY95" fmla="*/ 586034 h 757168"/>
                <a:gd name="connsiteX96" fmla="*/ 11911344 w 12192000"/>
                <a:gd name="connsiteY96" fmla="*/ 521599 h 757168"/>
                <a:gd name="connsiteX97" fmla="*/ 11847823 w 12192000"/>
                <a:gd name="connsiteY97" fmla="*/ 511785 h 757168"/>
                <a:gd name="connsiteX98" fmla="*/ 11737547 w 12192000"/>
                <a:gd name="connsiteY98" fmla="*/ 502380 h 757168"/>
                <a:gd name="connsiteX99" fmla="*/ 11636052 w 12192000"/>
                <a:gd name="connsiteY99" fmla="*/ 514993 h 757168"/>
                <a:gd name="connsiteX100" fmla="*/ 11394706 w 12192000"/>
                <a:gd name="connsiteY100" fmla="*/ 590867 h 757168"/>
                <a:gd name="connsiteX101" fmla="*/ 11354978 w 12192000"/>
                <a:gd name="connsiteY101" fmla="*/ 597561 h 757168"/>
                <a:gd name="connsiteX102" fmla="*/ 11285306 w 12192000"/>
                <a:gd name="connsiteY102" fmla="*/ 599825 h 757168"/>
                <a:gd name="connsiteX103" fmla="*/ 11008528 w 12192000"/>
                <a:gd name="connsiteY103" fmla="*/ 656670 h 757168"/>
                <a:gd name="connsiteX104" fmla="*/ 10948735 w 12192000"/>
                <a:gd name="connsiteY104" fmla="*/ 652964 h 757168"/>
                <a:gd name="connsiteX105" fmla="*/ 10850698 w 12192000"/>
                <a:gd name="connsiteY105" fmla="*/ 641721 h 757168"/>
                <a:gd name="connsiteX106" fmla="*/ 10744026 w 12192000"/>
                <a:gd name="connsiteY106" fmla="*/ 647769 h 757168"/>
                <a:gd name="connsiteX107" fmla="*/ 10666160 w 12192000"/>
                <a:gd name="connsiteY107" fmla="*/ 651891 h 757168"/>
                <a:gd name="connsiteX108" fmla="*/ 10450521 w 12192000"/>
                <a:gd name="connsiteY108" fmla="*/ 616552 h 757168"/>
                <a:gd name="connsiteX109" fmla="*/ 10271192 w 12192000"/>
                <a:gd name="connsiteY109" fmla="*/ 583498 h 757168"/>
                <a:gd name="connsiteX110" fmla="*/ 10246067 w 12192000"/>
                <a:gd name="connsiteY110" fmla="*/ 585423 h 757168"/>
                <a:gd name="connsiteX111" fmla="*/ 10005027 w 12192000"/>
                <a:gd name="connsiteY111" fmla="*/ 592252 h 757168"/>
                <a:gd name="connsiteX112" fmla="*/ 9898681 w 12192000"/>
                <a:gd name="connsiteY112" fmla="*/ 613195 h 757168"/>
                <a:gd name="connsiteX113" fmla="*/ 9753225 w 12192000"/>
                <a:gd name="connsiteY113" fmla="*/ 629038 h 757168"/>
                <a:gd name="connsiteX114" fmla="*/ 9591376 w 12192000"/>
                <a:gd name="connsiteY114" fmla="*/ 648601 h 757168"/>
                <a:gd name="connsiteX115" fmla="*/ 9472860 w 12192000"/>
                <a:gd name="connsiteY115" fmla="*/ 655936 h 757168"/>
                <a:gd name="connsiteX116" fmla="*/ 9299788 w 12192000"/>
                <a:gd name="connsiteY116" fmla="*/ 636945 h 757168"/>
                <a:gd name="connsiteX117" fmla="*/ 9264605 w 12192000"/>
                <a:gd name="connsiteY117" fmla="*/ 627087 h 757168"/>
                <a:gd name="connsiteX118" fmla="*/ 8926435 w 12192000"/>
                <a:gd name="connsiteY118" fmla="*/ 549269 h 757168"/>
                <a:gd name="connsiteX119" fmla="*/ 8698934 w 12192000"/>
                <a:gd name="connsiteY119" fmla="*/ 536583 h 757168"/>
                <a:gd name="connsiteX120" fmla="*/ 8622862 w 12192000"/>
                <a:gd name="connsiteY120" fmla="*/ 541563 h 757168"/>
                <a:gd name="connsiteX121" fmla="*/ 8482784 w 12192000"/>
                <a:gd name="connsiteY121" fmla="*/ 574094 h 757168"/>
                <a:gd name="connsiteX122" fmla="*/ 8421565 w 12192000"/>
                <a:gd name="connsiteY122" fmla="*/ 576610 h 757168"/>
                <a:gd name="connsiteX123" fmla="*/ 8313469 w 12192000"/>
                <a:gd name="connsiteY123" fmla="*/ 574762 h 757168"/>
                <a:gd name="connsiteX124" fmla="*/ 8079520 w 12192000"/>
                <a:gd name="connsiteY124" fmla="*/ 558685 h 757168"/>
                <a:gd name="connsiteX125" fmla="*/ 7773327 w 12192000"/>
                <a:gd name="connsiteY125" fmla="*/ 558854 h 757168"/>
                <a:gd name="connsiteX126" fmla="*/ 7652477 w 12192000"/>
                <a:gd name="connsiteY126" fmla="*/ 547561 h 757168"/>
                <a:gd name="connsiteX127" fmla="*/ 7522274 w 12192000"/>
                <a:gd name="connsiteY127" fmla="*/ 532150 h 757168"/>
                <a:gd name="connsiteX128" fmla="*/ 7484080 w 12192000"/>
                <a:gd name="connsiteY128" fmla="*/ 530532 h 757168"/>
                <a:gd name="connsiteX129" fmla="*/ 7282277 w 12192000"/>
                <a:gd name="connsiteY129" fmla="*/ 540177 h 757168"/>
                <a:gd name="connsiteX130" fmla="*/ 7235690 w 12192000"/>
                <a:gd name="connsiteY130" fmla="*/ 551282 h 757168"/>
                <a:gd name="connsiteX131" fmla="*/ 7116339 w 12192000"/>
                <a:gd name="connsiteY131" fmla="*/ 539494 h 757168"/>
                <a:gd name="connsiteX132" fmla="*/ 7011067 w 12192000"/>
                <a:gd name="connsiteY132" fmla="*/ 511848 h 757168"/>
                <a:gd name="connsiteX133" fmla="*/ 6403234 w 12192000"/>
                <a:gd name="connsiteY133" fmla="*/ 432296 h 757168"/>
                <a:gd name="connsiteX134" fmla="*/ 6036273 w 12192000"/>
                <a:gd name="connsiteY134" fmla="*/ 412301 h 757168"/>
                <a:gd name="connsiteX135" fmla="*/ 5780467 w 12192000"/>
                <a:gd name="connsiteY135" fmla="*/ 377910 h 757168"/>
                <a:gd name="connsiteX136" fmla="*/ 5739051 w 12192000"/>
                <a:gd name="connsiteY136" fmla="*/ 353609 h 757168"/>
                <a:gd name="connsiteX137" fmla="*/ 5583566 w 12192000"/>
                <a:gd name="connsiteY137" fmla="*/ 321995 h 757168"/>
                <a:gd name="connsiteX138" fmla="*/ 5432030 w 12192000"/>
                <a:gd name="connsiteY138" fmla="*/ 362512 h 757168"/>
                <a:gd name="connsiteX139" fmla="*/ 5241398 w 12192000"/>
                <a:gd name="connsiteY139" fmla="*/ 425781 h 757168"/>
                <a:gd name="connsiteX140" fmla="*/ 5139710 w 12192000"/>
                <a:gd name="connsiteY140" fmla="*/ 421022 h 757168"/>
                <a:gd name="connsiteX141" fmla="*/ 4929402 w 12192000"/>
                <a:gd name="connsiteY141" fmla="*/ 424310 h 757168"/>
                <a:gd name="connsiteX142" fmla="*/ 4782793 w 12192000"/>
                <a:gd name="connsiteY142" fmla="*/ 441046 h 757168"/>
                <a:gd name="connsiteX143" fmla="*/ 4577594 w 12192000"/>
                <a:gd name="connsiteY143" fmla="*/ 459290 h 757168"/>
                <a:gd name="connsiteX144" fmla="*/ 4500826 w 12192000"/>
                <a:gd name="connsiteY144" fmla="*/ 470529 h 757168"/>
                <a:gd name="connsiteX145" fmla="*/ 4317973 w 12192000"/>
                <a:gd name="connsiteY145" fmla="*/ 483649 h 757168"/>
                <a:gd name="connsiteX146" fmla="*/ 4166722 w 12192000"/>
                <a:gd name="connsiteY146" fmla="*/ 490602 h 757168"/>
                <a:gd name="connsiteX147" fmla="*/ 4042814 w 12192000"/>
                <a:gd name="connsiteY147" fmla="*/ 530660 h 757168"/>
                <a:gd name="connsiteX148" fmla="*/ 4002653 w 12192000"/>
                <a:gd name="connsiteY148" fmla="*/ 552594 h 757168"/>
                <a:gd name="connsiteX149" fmla="*/ 3969549 w 12192000"/>
                <a:gd name="connsiteY149" fmla="*/ 566312 h 757168"/>
                <a:gd name="connsiteX150" fmla="*/ 3821685 w 12192000"/>
                <a:gd name="connsiteY150" fmla="*/ 649183 h 757168"/>
                <a:gd name="connsiteX151" fmla="*/ 3805138 w 12192000"/>
                <a:gd name="connsiteY151" fmla="*/ 655947 h 757168"/>
                <a:gd name="connsiteX152" fmla="*/ 3609177 w 12192000"/>
                <a:gd name="connsiteY152" fmla="*/ 687459 h 757168"/>
                <a:gd name="connsiteX153" fmla="*/ 3539727 w 12192000"/>
                <a:gd name="connsiteY153" fmla="*/ 706521 h 757168"/>
                <a:gd name="connsiteX154" fmla="*/ 3396572 w 12192000"/>
                <a:gd name="connsiteY154" fmla="*/ 755681 h 757168"/>
                <a:gd name="connsiteX155" fmla="*/ 3341054 w 12192000"/>
                <a:gd name="connsiteY155" fmla="*/ 754679 h 757168"/>
                <a:gd name="connsiteX156" fmla="*/ 3138775 w 12192000"/>
                <a:gd name="connsiteY156" fmla="*/ 710120 h 757168"/>
                <a:gd name="connsiteX157" fmla="*/ 3037283 w 12192000"/>
                <a:gd name="connsiteY157" fmla="*/ 666453 h 757168"/>
                <a:gd name="connsiteX158" fmla="*/ 3002117 w 12192000"/>
                <a:gd name="connsiteY158" fmla="*/ 649347 h 757168"/>
                <a:gd name="connsiteX159" fmla="*/ 2747294 w 12192000"/>
                <a:gd name="connsiteY159" fmla="*/ 652400 h 757168"/>
                <a:gd name="connsiteX160" fmla="*/ 2676273 w 12192000"/>
                <a:gd name="connsiteY160" fmla="*/ 652304 h 757168"/>
                <a:gd name="connsiteX161" fmla="*/ 2432360 w 12192000"/>
                <a:gd name="connsiteY161" fmla="*/ 657836 h 757168"/>
                <a:gd name="connsiteX162" fmla="*/ 2382311 w 12192000"/>
                <a:gd name="connsiteY162" fmla="*/ 650824 h 757168"/>
                <a:gd name="connsiteX163" fmla="*/ 2055134 w 12192000"/>
                <a:gd name="connsiteY163" fmla="*/ 630053 h 757168"/>
                <a:gd name="connsiteX164" fmla="*/ 2031829 w 12192000"/>
                <a:gd name="connsiteY164" fmla="*/ 639324 h 757168"/>
                <a:gd name="connsiteX165" fmla="*/ 1912764 w 12192000"/>
                <a:gd name="connsiteY165" fmla="*/ 664183 h 757168"/>
                <a:gd name="connsiteX166" fmla="*/ 1755637 w 12192000"/>
                <a:gd name="connsiteY166" fmla="*/ 663960 h 757168"/>
                <a:gd name="connsiteX167" fmla="*/ 1727159 w 12192000"/>
                <a:gd name="connsiteY167" fmla="*/ 659605 h 757168"/>
                <a:gd name="connsiteX168" fmla="*/ 1622470 w 12192000"/>
                <a:gd name="connsiteY168" fmla="*/ 634850 h 757168"/>
                <a:gd name="connsiteX169" fmla="*/ 1385955 w 12192000"/>
                <a:gd name="connsiteY169" fmla="*/ 604522 h 757168"/>
                <a:gd name="connsiteX170" fmla="*/ 1340055 w 12192000"/>
                <a:gd name="connsiteY170" fmla="*/ 595629 h 757168"/>
                <a:gd name="connsiteX171" fmla="*/ 1257271 w 12192000"/>
                <a:gd name="connsiteY171" fmla="*/ 581180 h 757168"/>
                <a:gd name="connsiteX172" fmla="*/ 1031914 w 12192000"/>
                <a:gd name="connsiteY172" fmla="*/ 562692 h 757168"/>
                <a:gd name="connsiteX173" fmla="*/ 922031 w 12192000"/>
                <a:gd name="connsiteY173" fmla="*/ 566853 h 757168"/>
                <a:gd name="connsiteX174" fmla="*/ 873250 w 12192000"/>
                <a:gd name="connsiteY174" fmla="*/ 563724 h 757168"/>
                <a:gd name="connsiteX175" fmla="*/ 711627 w 12192000"/>
                <a:gd name="connsiteY175" fmla="*/ 529880 h 757168"/>
                <a:gd name="connsiteX176" fmla="*/ 311112 w 12192000"/>
                <a:gd name="connsiteY176" fmla="*/ 525106 h 757168"/>
                <a:gd name="connsiteX177" fmla="*/ 184145 w 12192000"/>
                <a:gd name="connsiteY177" fmla="*/ 532188 h 757168"/>
                <a:gd name="connsiteX178" fmla="*/ 116886 w 12192000"/>
                <a:gd name="connsiteY178" fmla="*/ 530572 h 757168"/>
                <a:gd name="connsiteX179" fmla="*/ 23941 w 12192000"/>
                <a:gd name="connsiteY179" fmla="*/ 506433 h 757168"/>
                <a:gd name="connsiteX180" fmla="*/ 0 w 12192000"/>
                <a:gd name="connsiteY180" fmla="*/ 502149 h 7571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</a:cxnLst>
              <a:rect l="l" t="t" r="r" b="b"/>
              <a:pathLst>
                <a:path w="12192000" h="757168">
                  <a:moveTo>
                    <a:pt x="0" y="0"/>
                  </a:moveTo>
                  <a:lnTo>
                    <a:pt x="41653" y="6945"/>
                  </a:lnTo>
                  <a:cubicBezTo>
                    <a:pt x="55151" y="9178"/>
                    <a:pt x="68996" y="11810"/>
                    <a:pt x="81317" y="15509"/>
                  </a:cubicBezTo>
                  <a:cubicBezTo>
                    <a:pt x="92911" y="18978"/>
                    <a:pt x="102562" y="24446"/>
                    <a:pt x="114150" y="28105"/>
                  </a:cubicBezTo>
                  <a:cubicBezTo>
                    <a:pt x="145644" y="37958"/>
                    <a:pt x="177914" y="47281"/>
                    <a:pt x="214865" y="58374"/>
                  </a:cubicBezTo>
                  <a:cubicBezTo>
                    <a:pt x="236680" y="42349"/>
                    <a:pt x="264438" y="53534"/>
                    <a:pt x="299237" y="63560"/>
                  </a:cubicBezTo>
                  <a:cubicBezTo>
                    <a:pt x="334763" y="73816"/>
                    <a:pt x="376093" y="78654"/>
                    <a:pt x="415570" y="83774"/>
                  </a:cubicBezTo>
                  <a:cubicBezTo>
                    <a:pt x="487949" y="93100"/>
                    <a:pt x="560804" y="100354"/>
                    <a:pt x="633210" y="109108"/>
                  </a:cubicBezTo>
                  <a:cubicBezTo>
                    <a:pt x="648566" y="111058"/>
                    <a:pt x="666073" y="114072"/>
                    <a:pt x="677567" y="119446"/>
                  </a:cubicBezTo>
                  <a:cubicBezTo>
                    <a:pt x="756262" y="155621"/>
                    <a:pt x="853422" y="169678"/>
                    <a:pt x="946429" y="171502"/>
                  </a:cubicBezTo>
                  <a:cubicBezTo>
                    <a:pt x="1019582" y="173044"/>
                    <a:pt x="1091239" y="175083"/>
                    <a:pt x="1163367" y="182106"/>
                  </a:cubicBezTo>
                  <a:cubicBezTo>
                    <a:pt x="1168863" y="182586"/>
                    <a:pt x="1176224" y="182589"/>
                    <a:pt x="1180337" y="181279"/>
                  </a:cubicBezTo>
                  <a:cubicBezTo>
                    <a:pt x="1205822" y="172503"/>
                    <a:pt x="1231920" y="173109"/>
                    <a:pt x="1263939" y="173070"/>
                  </a:cubicBezTo>
                  <a:cubicBezTo>
                    <a:pt x="1309211" y="172961"/>
                    <a:pt x="1350592" y="176848"/>
                    <a:pt x="1392213" y="183225"/>
                  </a:cubicBezTo>
                  <a:cubicBezTo>
                    <a:pt x="1422516" y="187866"/>
                    <a:pt x="1453010" y="195759"/>
                    <a:pt x="1479752" y="205174"/>
                  </a:cubicBezTo>
                  <a:cubicBezTo>
                    <a:pt x="1516962" y="218381"/>
                    <a:pt x="1553071" y="224660"/>
                    <a:pt x="1589813" y="211706"/>
                  </a:cubicBezTo>
                  <a:cubicBezTo>
                    <a:pt x="1629541" y="197953"/>
                    <a:pt x="1673292" y="205778"/>
                    <a:pt x="1716264" y="207459"/>
                  </a:cubicBezTo>
                  <a:cubicBezTo>
                    <a:pt x="1734988" y="208248"/>
                    <a:pt x="1754789" y="209668"/>
                    <a:pt x="1772900" y="208137"/>
                  </a:cubicBezTo>
                  <a:cubicBezTo>
                    <a:pt x="1825381" y="203828"/>
                    <a:pt x="1876222" y="195808"/>
                    <a:pt x="1929319" y="193822"/>
                  </a:cubicBezTo>
                  <a:cubicBezTo>
                    <a:pt x="1958819" y="192698"/>
                    <a:pt x="1991232" y="199166"/>
                    <a:pt x="2021514" y="204186"/>
                  </a:cubicBezTo>
                  <a:cubicBezTo>
                    <a:pt x="2052154" y="209417"/>
                    <a:pt x="2082323" y="216530"/>
                    <a:pt x="2111753" y="223797"/>
                  </a:cubicBezTo>
                  <a:cubicBezTo>
                    <a:pt x="2131736" y="228659"/>
                    <a:pt x="2153567" y="233429"/>
                    <a:pt x="2169356" y="241125"/>
                  </a:cubicBezTo>
                  <a:cubicBezTo>
                    <a:pt x="2205243" y="258649"/>
                    <a:pt x="2242901" y="263295"/>
                    <a:pt x="2286638" y="257382"/>
                  </a:cubicBezTo>
                  <a:cubicBezTo>
                    <a:pt x="2293313" y="256396"/>
                    <a:pt x="2301018" y="256799"/>
                    <a:pt x="2308368" y="256995"/>
                  </a:cubicBezTo>
                  <a:cubicBezTo>
                    <a:pt x="2426026" y="259155"/>
                    <a:pt x="2543593" y="262834"/>
                    <a:pt x="2660621" y="262863"/>
                  </a:cubicBezTo>
                  <a:cubicBezTo>
                    <a:pt x="2708088" y="262871"/>
                    <a:pt x="2754165" y="254412"/>
                    <a:pt x="2801134" y="250006"/>
                  </a:cubicBezTo>
                  <a:cubicBezTo>
                    <a:pt x="2810748" y="249174"/>
                    <a:pt x="2821504" y="247638"/>
                    <a:pt x="2830994" y="249091"/>
                  </a:cubicBezTo>
                  <a:cubicBezTo>
                    <a:pt x="2934354" y="264045"/>
                    <a:pt x="3032340" y="255254"/>
                    <a:pt x="3129084" y="242009"/>
                  </a:cubicBezTo>
                  <a:cubicBezTo>
                    <a:pt x="3139090" y="240625"/>
                    <a:pt x="3151170" y="241831"/>
                    <a:pt x="3162162" y="242789"/>
                  </a:cubicBezTo>
                  <a:cubicBezTo>
                    <a:pt x="3192925" y="245736"/>
                    <a:pt x="3225969" y="254145"/>
                    <a:pt x="3254072" y="251612"/>
                  </a:cubicBezTo>
                  <a:cubicBezTo>
                    <a:pt x="3328782" y="244461"/>
                    <a:pt x="3402881" y="234992"/>
                    <a:pt x="3473491" y="221903"/>
                  </a:cubicBezTo>
                  <a:cubicBezTo>
                    <a:pt x="3545212" y="208683"/>
                    <a:pt x="3611651" y="197856"/>
                    <a:pt x="3691860" y="219228"/>
                  </a:cubicBezTo>
                  <a:cubicBezTo>
                    <a:pt x="3725977" y="228268"/>
                    <a:pt x="3771754" y="225515"/>
                    <a:pt x="3811494" y="225691"/>
                  </a:cubicBezTo>
                  <a:cubicBezTo>
                    <a:pt x="3840564" y="225687"/>
                    <a:pt x="3868906" y="218586"/>
                    <a:pt x="3897533" y="220087"/>
                  </a:cubicBezTo>
                  <a:cubicBezTo>
                    <a:pt x="3973874" y="224087"/>
                    <a:pt x="4042293" y="217563"/>
                    <a:pt x="4109430" y="200477"/>
                  </a:cubicBezTo>
                  <a:cubicBezTo>
                    <a:pt x="4135544" y="193834"/>
                    <a:pt x="4175268" y="201258"/>
                    <a:pt x="4208772" y="200914"/>
                  </a:cubicBezTo>
                  <a:cubicBezTo>
                    <a:pt x="4244136" y="200288"/>
                    <a:pt x="4280583" y="199908"/>
                    <a:pt x="4314641" y="196159"/>
                  </a:cubicBezTo>
                  <a:cubicBezTo>
                    <a:pt x="4402743" y="186278"/>
                    <a:pt x="4489848" y="174436"/>
                    <a:pt x="4577622" y="163774"/>
                  </a:cubicBezTo>
                  <a:cubicBezTo>
                    <a:pt x="4649843" y="154967"/>
                    <a:pt x="4719794" y="168553"/>
                    <a:pt x="4790345" y="177592"/>
                  </a:cubicBezTo>
                  <a:cubicBezTo>
                    <a:pt x="4834576" y="183345"/>
                    <a:pt x="4875614" y="193701"/>
                    <a:pt x="4926164" y="184139"/>
                  </a:cubicBezTo>
                  <a:cubicBezTo>
                    <a:pt x="4974485" y="175032"/>
                    <a:pt x="5034899" y="180870"/>
                    <a:pt x="5088812" y="177401"/>
                  </a:cubicBezTo>
                  <a:cubicBezTo>
                    <a:pt x="5134238" y="174439"/>
                    <a:pt x="5178353" y="168165"/>
                    <a:pt x="5222466" y="162082"/>
                  </a:cubicBezTo>
                  <a:cubicBezTo>
                    <a:pt x="5282519" y="153783"/>
                    <a:pt x="5341864" y="144876"/>
                    <a:pt x="5406528" y="153987"/>
                  </a:cubicBezTo>
                  <a:cubicBezTo>
                    <a:pt x="5479960" y="164323"/>
                    <a:pt x="5531876" y="142624"/>
                    <a:pt x="5590716" y="129490"/>
                  </a:cubicBezTo>
                  <a:cubicBezTo>
                    <a:pt x="5631296" y="120553"/>
                    <a:pt x="5675395" y="114659"/>
                    <a:pt x="5719429" y="110099"/>
                  </a:cubicBezTo>
                  <a:cubicBezTo>
                    <a:pt x="5778247" y="104215"/>
                    <a:pt x="5838715" y="102042"/>
                    <a:pt x="5897895" y="96368"/>
                  </a:cubicBezTo>
                  <a:cubicBezTo>
                    <a:pt x="5987399" y="87895"/>
                    <a:pt x="6077855" y="82333"/>
                    <a:pt x="6169957" y="94411"/>
                  </a:cubicBezTo>
                  <a:cubicBezTo>
                    <a:pt x="6212360" y="99875"/>
                    <a:pt x="6252010" y="101763"/>
                    <a:pt x="6294827" y="99236"/>
                  </a:cubicBezTo>
                  <a:cubicBezTo>
                    <a:pt x="6364965" y="95091"/>
                    <a:pt x="6436581" y="97891"/>
                    <a:pt x="6494261" y="71724"/>
                  </a:cubicBezTo>
                  <a:cubicBezTo>
                    <a:pt x="6514615" y="62488"/>
                    <a:pt x="6550354" y="61691"/>
                    <a:pt x="6579627" y="57883"/>
                  </a:cubicBezTo>
                  <a:cubicBezTo>
                    <a:pt x="6613354" y="53353"/>
                    <a:pt x="6637770" y="57878"/>
                    <a:pt x="6654800" y="77086"/>
                  </a:cubicBezTo>
                  <a:cubicBezTo>
                    <a:pt x="6662444" y="85688"/>
                    <a:pt x="6685147" y="94892"/>
                    <a:pt x="6703059" y="97166"/>
                  </a:cubicBezTo>
                  <a:cubicBezTo>
                    <a:pt x="6756799" y="103989"/>
                    <a:pt x="6806654" y="100687"/>
                    <a:pt x="6859445" y="90481"/>
                  </a:cubicBezTo>
                  <a:cubicBezTo>
                    <a:pt x="6908894" y="80861"/>
                    <a:pt x="6969747" y="85387"/>
                    <a:pt x="7025414" y="83536"/>
                  </a:cubicBezTo>
                  <a:cubicBezTo>
                    <a:pt x="7064862" y="82168"/>
                    <a:pt x="7104501" y="77186"/>
                    <a:pt x="7144137" y="79264"/>
                  </a:cubicBezTo>
                  <a:cubicBezTo>
                    <a:pt x="7193316" y="81841"/>
                    <a:pt x="7241809" y="90488"/>
                    <a:pt x="7291235" y="95367"/>
                  </a:cubicBezTo>
                  <a:cubicBezTo>
                    <a:pt x="7329668" y="99288"/>
                    <a:pt x="7368978" y="100585"/>
                    <a:pt x="7407395" y="104888"/>
                  </a:cubicBezTo>
                  <a:cubicBezTo>
                    <a:pt x="7438868" y="108256"/>
                    <a:pt x="7469832" y="114265"/>
                    <a:pt x="7500837" y="119515"/>
                  </a:cubicBezTo>
                  <a:cubicBezTo>
                    <a:pt x="7512146" y="121444"/>
                    <a:pt x="7523255" y="127178"/>
                    <a:pt x="7533567" y="126955"/>
                  </a:cubicBezTo>
                  <a:cubicBezTo>
                    <a:pt x="7636025" y="124121"/>
                    <a:pt x="7707510" y="164497"/>
                    <a:pt x="7792910" y="185188"/>
                  </a:cubicBezTo>
                  <a:cubicBezTo>
                    <a:pt x="7882663" y="207063"/>
                    <a:pt x="7969001" y="237914"/>
                    <a:pt x="8070699" y="235423"/>
                  </a:cubicBezTo>
                  <a:cubicBezTo>
                    <a:pt x="8132239" y="233879"/>
                    <a:pt x="8191903" y="225939"/>
                    <a:pt x="8253177" y="222473"/>
                  </a:cubicBezTo>
                  <a:cubicBezTo>
                    <a:pt x="8274949" y="221324"/>
                    <a:pt x="8299150" y="222976"/>
                    <a:pt x="8320683" y="226393"/>
                  </a:cubicBezTo>
                  <a:cubicBezTo>
                    <a:pt x="8424731" y="242340"/>
                    <a:pt x="8527777" y="249266"/>
                    <a:pt x="8631438" y="237528"/>
                  </a:cubicBezTo>
                  <a:cubicBezTo>
                    <a:pt x="8649201" y="235596"/>
                    <a:pt x="8668058" y="233915"/>
                    <a:pt x="8686410" y="234877"/>
                  </a:cubicBezTo>
                  <a:cubicBezTo>
                    <a:pt x="8786966" y="240146"/>
                    <a:pt x="8885480" y="249315"/>
                    <a:pt x="8980658" y="273001"/>
                  </a:cubicBezTo>
                  <a:cubicBezTo>
                    <a:pt x="9012626" y="280972"/>
                    <a:pt x="9052108" y="279035"/>
                    <a:pt x="9087625" y="282423"/>
                  </a:cubicBezTo>
                  <a:cubicBezTo>
                    <a:pt x="9120583" y="285484"/>
                    <a:pt x="9154319" y="287825"/>
                    <a:pt x="9186017" y="293875"/>
                  </a:cubicBezTo>
                  <a:cubicBezTo>
                    <a:pt x="9232288" y="302785"/>
                    <a:pt x="9275554" y="305815"/>
                    <a:pt x="9323931" y="302628"/>
                  </a:cubicBezTo>
                  <a:cubicBezTo>
                    <a:pt x="9370084" y="299705"/>
                    <a:pt x="9419491" y="304964"/>
                    <a:pt x="9467213" y="307275"/>
                  </a:cubicBezTo>
                  <a:cubicBezTo>
                    <a:pt x="9520438" y="309874"/>
                    <a:pt x="9573661" y="312473"/>
                    <a:pt x="9626826" y="316213"/>
                  </a:cubicBezTo>
                  <a:cubicBezTo>
                    <a:pt x="9648094" y="317708"/>
                    <a:pt x="9671915" y="326588"/>
                    <a:pt x="9689696" y="324467"/>
                  </a:cubicBezTo>
                  <a:cubicBezTo>
                    <a:pt x="9747117" y="317175"/>
                    <a:pt x="9803355" y="332523"/>
                    <a:pt x="9860526" y="329986"/>
                  </a:cubicBezTo>
                  <a:cubicBezTo>
                    <a:pt x="9888572" y="328594"/>
                    <a:pt x="9919723" y="338048"/>
                    <a:pt x="9949775" y="340386"/>
                  </a:cubicBezTo>
                  <a:cubicBezTo>
                    <a:pt x="9998886" y="344296"/>
                    <a:pt x="10048092" y="346302"/>
                    <a:pt x="10097252" y="349262"/>
                  </a:cubicBezTo>
                  <a:cubicBezTo>
                    <a:pt x="10113390" y="350297"/>
                    <a:pt x="10129133" y="351886"/>
                    <a:pt x="10145261" y="353113"/>
                  </a:cubicBezTo>
                  <a:cubicBezTo>
                    <a:pt x="10159555" y="354243"/>
                    <a:pt x="10174512" y="356743"/>
                    <a:pt x="10188159" y="356124"/>
                  </a:cubicBezTo>
                  <a:cubicBezTo>
                    <a:pt x="10237589" y="353944"/>
                    <a:pt x="10286441" y="348682"/>
                    <a:pt x="10336144" y="348235"/>
                  </a:cubicBezTo>
                  <a:cubicBezTo>
                    <a:pt x="10379222" y="347822"/>
                    <a:pt x="10423443" y="353764"/>
                    <a:pt x="10466847" y="354131"/>
                  </a:cubicBezTo>
                  <a:cubicBezTo>
                    <a:pt x="10543353" y="354898"/>
                    <a:pt x="10619988" y="353190"/>
                    <a:pt x="10696514" y="353575"/>
                  </a:cubicBezTo>
                  <a:cubicBezTo>
                    <a:pt x="10713071" y="353680"/>
                    <a:pt x="10730069" y="359342"/>
                    <a:pt x="10746932" y="360606"/>
                  </a:cubicBezTo>
                  <a:cubicBezTo>
                    <a:pt x="10799731" y="364326"/>
                    <a:pt x="10852569" y="367289"/>
                    <a:pt x="10905388" y="370627"/>
                  </a:cubicBezTo>
                  <a:cubicBezTo>
                    <a:pt x="10935470" y="372396"/>
                    <a:pt x="10965963" y="373421"/>
                    <a:pt x="10995602" y="376691"/>
                  </a:cubicBezTo>
                  <a:cubicBezTo>
                    <a:pt x="11034750" y="381032"/>
                    <a:pt x="11070168" y="386324"/>
                    <a:pt x="11107647" y="373405"/>
                  </a:cubicBezTo>
                  <a:cubicBezTo>
                    <a:pt x="11165372" y="353347"/>
                    <a:pt x="11236837" y="366060"/>
                    <a:pt x="11302440" y="364156"/>
                  </a:cubicBezTo>
                  <a:cubicBezTo>
                    <a:pt x="11319394" y="363708"/>
                    <a:pt x="11336655" y="364422"/>
                    <a:pt x="11353613" y="363785"/>
                  </a:cubicBezTo>
                  <a:cubicBezTo>
                    <a:pt x="11384961" y="362566"/>
                    <a:pt x="11415955" y="360947"/>
                    <a:pt x="11447323" y="359346"/>
                  </a:cubicBezTo>
                  <a:cubicBezTo>
                    <a:pt x="11452855" y="359066"/>
                    <a:pt x="11459104" y="359200"/>
                    <a:pt x="11464292" y="358519"/>
                  </a:cubicBezTo>
                  <a:cubicBezTo>
                    <a:pt x="11512058" y="353010"/>
                    <a:pt x="11559143" y="346321"/>
                    <a:pt x="11607560" y="342370"/>
                  </a:cubicBezTo>
                  <a:cubicBezTo>
                    <a:pt x="11631218" y="340368"/>
                    <a:pt x="11657295" y="341352"/>
                    <a:pt x="11681426" y="344335"/>
                  </a:cubicBezTo>
                  <a:cubicBezTo>
                    <a:pt x="11751997" y="352993"/>
                    <a:pt x="11821986" y="358760"/>
                    <a:pt x="11893565" y="355261"/>
                  </a:cubicBezTo>
                  <a:cubicBezTo>
                    <a:pt x="11921973" y="353889"/>
                    <a:pt x="11953288" y="360300"/>
                    <a:pt x="11983290" y="363588"/>
                  </a:cubicBezTo>
                  <a:lnTo>
                    <a:pt x="12192000" y="388018"/>
                  </a:lnTo>
                  <a:lnTo>
                    <a:pt x="12192000" y="577115"/>
                  </a:lnTo>
                  <a:lnTo>
                    <a:pt x="12157329" y="588862"/>
                  </a:lnTo>
                  <a:cubicBezTo>
                    <a:pt x="12118393" y="608572"/>
                    <a:pt x="12109715" y="605637"/>
                    <a:pt x="12066948" y="586034"/>
                  </a:cubicBezTo>
                  <a:cubicBezTo>
                    <a:pt x="12016991" y="563193"/>
                    <a:pt x="11965119" y="541779"/>
                    <a:pt x="11911344" y="521599"/>
                  </a:cubicBezTo>
                  <a:cubicBezTo>
                    <a:pt x="11894383" y="515178"/>
                    <a:pt x="11869417" y="514060"/>
                    <a:pt x="11847823" y="511785"/>
                  </a:cubicBezTo>
                  <a:cubicBezTo>
                    <a:pt x="11811233" y="507768"/>
                    <a:pt x="11773630" y="501982"/>
                    <a:pt x="11737547" y="502380"/>
                  </a:cubicBezTo>
                  <a:cubicBezTo>
                    <a:pt x="11702930" y="502855"/>
                    <a:pt x="11668388" y="508866"/>
                    <a:pt x="11636052" y="514993"/>
                  </a:cubicBezTo>
                  <a:cubicBezTo>
                    <a:pt x="11545722" y="532199"/>
                    <a:pt x="11462455" y="555118"/>
                    <a:pt x="11394706" y="590867"/>
                  </a:cubicBezTo>
                  <a:cubicBezTo>
                    <a:pt x="11385999" y="595562"/>
                    <a:pt x="11369016" y="596581"/>
                    <a:pt x="11354978" y="597561"/>
                  </a:cubicBezTo>
                  <a:cubicBezTo>
                    <a:pt x="11332076" y="599224"/>
                    <a:pt x="11308448" y="600655"/>
                    <a:pt x="11285306" y="599825"/>
                  </a:cubicBezTo>
                  <a:cubicBezTo>
                    <a:pt x="11172906" y="595841"/>
                    <a:pt x="11083430" y="617861"/>
                    <a:pt x="11008528" y="656670"/>
                  </a:cubicBezTo>
                  <a:cubicBezTo>
                    <a:pt x="10986971" y="667750"/>
                    <a:pt x="10970753" y="668236"/>
                    <a:pt x="10948735" y="652964"/>
                  </a:cubicBezTo>
                  <a:cubicBezTo>
                    <a:pt x="10923173" y="635218"/>
                    <a:pt x="10885031" y="639705"/>
                    <a:pt x="10850698" y="641721"/>
                  </a:cubicBezTo>
                  <a:cubicBezTo>
                    <a:pt x="10815269" y="643680"/>
                    <a:pt x="10779458" y="645811"/>
                    <a:pt x="10744026" y="647769"/>
                  </a:cubicBezTo>
                  <a:cubicBezTo>
                    <a:pt x="10717832" y="649066"/>
                    <a:pt x="10692021" y="650003"/>
                    <a:pt x="10666160" y="651891"/>
                  </a:cubicBezTo>
                  <a:cubicBezTo>
                    <a:pt x="10585627" y="657783"/>
                    <a:pt x="10513854" y="650969"/>
                    <a:pt x="10450521" y="616552"/>
                  </a:cubicBezTo>
                  <a:cubicBezTo>
                    <a:pt x="10402221" y="590175"/>
                    <a:pt x="10339099" y="579806"/>
                    <a:pt x="10271192" y="583498"/>
                  </a:cubicBezTo>
                  <a:cubicBezTo>
                    <a:pt x="10262701" y="584006"/>
                    <a:pt x="10251859" y="587254"/>
                    <a:pt x="10246067" y="585423"/>
                  </a:cubicBezTo>
                  <a:cubicBezTo>
                    <a:pt x="10158786" y="558528"/>
                    <a:pt x="10086634" y="594049"/>
                    <a:pt x="10005027" y="592252"/>
                  </a:cubicBezTo>
                  <a:cubicBezTo>
                    <a:pt x="9969004" y="591507"/>
                    <a:pt x="9931565" y="603664"/>
                    <a:pt x="9898681" y="613195"/>
                  </a:cubicBezTo>
                  <a:cubicBezTo>
                    <a:pt x="9853463" y="626281"/>
                    <a:pt x="9813049" y="639042"/>
                    <a:pt x="9753225" y="629038"/>
                  </a:cubicBezTo>
                  <a:cubicBezTo>
                    <a:pt x="9693404" y="618845"/>
                    <a:pt x="9637675" y="628898"/>
                    <a:pt x="9591376" y="648601"/>
                  </a:cubicBezTo>
                  <a:cubicBezTo>
                    <a:pt x="9556001" y="663537"/>
                    <a:pt x="9518120" y="663077"/>
                    <a:pt x="9472860" y="655936"/>
                  </a:cubicBezTo>
                  <a:cubicBezTo>
                    <a:pt x="9416283" y="647056"/>
                    <a:pt x="9357217" y="643578"/>
                    <a:pt x="9299788" y="636945"/>
                  </a:cubicBezTo>
                  <a:cubicBezTo>
                    <a:pt x="9287347" y="635531"/>
                    <a:pt x="9271710" y="632039"/>
                    <a:pt x="9264605" y="627087"/>
                  </a:cubicBezTo>
                  <a:cubicBezTo>
                    <a:pt x="9177661" y="565680"/>
                    <a:pt x="9051076" y="558473"/>
                    <a:pt x="8926435" y="549269"/>
                  </a:cubicBezTo>
                  <a:cubicBezTo>
                    <a:pt x="8850925" y="543595"/>
                    <a:pt x="8774954" y="539613"/>
                    <a:pt x="8698934" y="536583"/>
                  </a:cubicBezTo>
                  <a:cubicBezTo>
                    <a:pt x="8673232" y="535428"/>
                    <a:pt x="8645916" y="537050"/>
                    <a:pt x="8622862" y="541563"/>
                  </a:cubicBezTo>
                  <a:cubicBezTo>
                    <a:pt x="8574890" y="551069"/>
                    <a:pt x="8530403" y="564380"/>
                    <a:pt x="8482784" y="574094"/>
                  </a:cubicBezTo>
                  <a:cubicBezTo>
                    <a:pt x="8464923" y="577929"/>
                    <a:pt x="8442157" y="576927"/>
                    <a:pt x="8421565" y="576610"/>
                  </a:cubicBezTo>
                  <a:cubicBezTo>
                    <a:pt x="8385152" y="576229"/>
                    <a:pt x="8345023" y="569546"/>
                    <a:pt x="8313469" y="574762"/>
                  </a:cubicBezTo>
                  <a:cubicBezTo>
                    <a:pt x="8231431" y="588203"/>
                    <a:pt x="8155671" y="580227"/>
                    <a:pt x="8079520" y="558685"/>
                  </a:cubicBezTo>
                  <a:cubicBezTo>
                    <a:pt x="7972906" y="528487"/>
                    <a:pt x="7870782" y="525043"/>
                    <a:pt x="7773327" y="558854"/>
                  </a:cubicBezTo>
                  <a:cubicBezTo>
                    <a:pt x="7729470" y="574107"/>
                    <a:pt x="7688069" y="563543"/>
                    <a:pt x="7652477" y="547561"/>
                  </a:cubicBezTo>
                  <a:cubicBezTo>
                    <a:pt x="7611494" y="529005"/>
                    <a:pt x="7570974" y="522685"/>
                    <a:pt x="7522274" y="532150"/>
                  </a:cubicBezTo>
                  <a:cubicBezTo>
                    <a:pt x="7511488" y="534257"/>
                    <a:pt x="7496511" y="532136"/>
                    <a:pt x="7484080" y="530532"/>
                  </a:cubicBezTo>
                  <a:cubicBezTo>
                    <a:pt x="7413133" y="522044"/>
                    <a:pt x="7341987" y="510303"/>
                    <a:pt x="7282277" y="540177"/>
                  </a:cubicBezTo>
                  <a:cubicBezTo>
                    <a:pt x="7270558" y="546051"/>
                    <a:pt x="7251336" y="547713"/>
                    <a:pt x="7235690" y="551282"/>
                  </a:cubicBezTo>
                  <a:cubicBezTo>
                    <a:pt x="7170161" y="565782"/>
                    <a:pt x="7172820" y="564203"/>
                    <a:pt x="7116339" y="539494"/>
                  </a:cubicBezTo>
                  <a:cubicBezTo>
                    <a:pt x="7086841" y="526502"/>
                    <a:pt x="7045980" y="512724"/>
                    <a:pt x="7011067" y="511848"/>
                  </a:cubicBezTo>
                  <a:cubicBezTo>
                    <a:pt x="6800473" y="506533"/>
                    <a:pt x="6601893" y="468653"/>
                    <a:pt x="6403234" y="432296"/>
                  </a:cubicBezTo>
                  <a:cubicBezTo>
                    <a:pt x="6280760" y="409851"/>
                    <a:pt x="6160432" y="402592"/>
                    <a:pt x="6036273" y="412301"/>
                  </a:cubicBezTo>
                  <a:cubicBezTo>
                    <a:pt x="5946471" y="419425"/>
                    <a:pt x="5863077" y="395593"/>
                    <a:pt x="5780467" y="377910"/>
                  </a:cubicBezTo>
                  <a:cubicBezTo>
                    <a:pt x="5763357" y="374343"/>
                    <a:pt x="5747757" y="363033"/>
                    <a:pt x="5739051" y="353609"/>
                  </a:cubicBezTo>
                  <a:cubicBezTo>
                    <a:pt x="5707675" y="320294"/>
                    <a:pt x="5653252" y="312483"/>
                    <a:pt x="5583566" y="321995"/>
                  </a:cubicBezTo>
                  <a:cubicBezTo>
                    <a:pt x="5528347" y="329404"/>
                    <a:pt x="5477716" y="340486"/>
                    <a:pt x="5432030" y="362512"/>
                  </a:cubicBezTo>
                  <a:cubicBezTo>
                    <a:pt x="5378421" y="388318"/>
                    <a:pt x="5322767" y="418026"/>
                    <a:pt x="5241398" y="425781"/>
                  </a:cubicBezTo>
                  <a:cubicBezTo>
                    <a:pt x="5206262" y="429089"/>
                    <a:pt x="5176131" y="428273"/>
                    <a:pt x="5139710" y="421022"/>
                  </a:cubicBezTo>
                  <a:cubicBezTo>
                    <a:pt x="5069048" y="407018"/>
                    <a:pt x="4997864" y="396037"/>
                    <a:pt x="4929402" y="424310"/>
                  </a:cubicBezTo>
                  <a:cubicBezTo>
                    <a:pt x="4891785" y="439890"/>
                    <a:pt x="4841650" y="448519"/>
                    <a:pt x="4782793" y="441046"/>
                  </a:cubicBezTo>
                  <a:cubicBezTo>
                    <a:pt x="4709316" y="431663"/>
                    <a:pt x="4641426" y="442031"/>
                    <a:pt x="4577594" y="459290"/>
                  </a:cubicBezTo>
                  <a:cubicBezTo>
                    <a:pt x="4554816" y="465538"/>
                    <a:pt x="4527069" y="468279"/>
                    <a:pt x="4500826" y="470529"/>
                  </a:cubicBezTo>
                  <a:cubicBezTo>
                    <a:pt x="4440199" y="475746"/>
                    <a:pt x="4379252" y="479993"/>
                    <a:pt x="4317973" y="483649"/>
                  </a:cubicBezTo>
                  <a:cubicBezTo>
                    <a:pt x="4267762" y="486741"/>
                    <a:pt x="4217264" y="488292"/>
                    <a:pt x="4166722" y="490602"/>
                  </a:cubicBezTo>
                  <a:cubicBezTo>
                    <a:pt x="4111394" y="493045"/>
                    <a:pt x="4067073" y="503124"/>
                    <a:pt x="4042814" y="530660"/>
                  </a:cubicBezTo>
                  <a:cubicBezTo>
                    <a:pt x="4034996" y="539407"/>
                    <a:pt x="4017001" y="545715"/>
                    <a:pt x="4002653" y="552594"/>
                  </a:cubicBezTo>
                  <a:cubicBezTo>
                    <a:pt x="3992459" y="557592"/>
                    <a:pt x="3979023" y="561086"/>
                    <a:pt x="3969549" y="566312"/>
                  </a:cubicBezTo>
                  <a:cubicBezTo>
                    <a:pt x="3919896" y="593854"/>
                    <a:pt x="3870968" y="621622"/>
                    <a:pt x="3821685" y="649183"/>
                  </a:cubicBezTo>
                  <a:cubicBezTo>
                    <a:pt x="3816761" y="651788"/>
                    <a:pt x="3811445" y="654943"/>
                    <a:pt x="3805138" y="655947"/>
                  </a:cubicBezTo>
                  <a:cubicBezTo>
                    <a:pt x="3739817" y="666451"/>
                    <a:pt x="3673801" y="676154"/>
                    <a:pt x="3609177" y="687459"/>
                  </a:cubicBezTo>
                  <a:cubicBezTo>
                    <a:pt x="3584288" y="691878"/>
                    <a:pt x="3558597" y="697589"/>
                    <a:pt x="3539727" y="706521"/>
                  </a:cubicBezTo>
                  <a:cubicBezTo>
                    <a:pt x="3496714" y="726780"/>
                    <a:pt x="3457268" y="749132"/>
                    <a:pt x="3396572" y="755681"/>
                  </a:cubicBezTo>
                  <a:cubicBezTo>
                    <a:pt x="3378807" y="757611"/>
                    <a:pt x="3357809" y="758036"/>
                    <a:pt x="3341054" y="754679"/>
                  </a:cubicBezTo>
                  <a:cubicBezTo>
                    <a:pt x="3272962" y="740809"/>
                    <a:pt x="3206471" y="724541"/>
                    <a:pt x="3138775" y="710120"/>
                  </a:cubicBezTo>
                  <a:cubicBezTo>
                    <a:pt x="3095820" y="701191"/>
                    <a:pt x="3056969" y="691141"/>
                    <a:pt x="3037283" y="666453"/>
                  </a:cubicBezTo>
                  <a:cubicBezTo>
                    <a:pt x="3031764" y="659487"/>
                    <a:pt x="3015626" y="651391"/>
                    <a:pt x="3002117" y="649347"/>
                  </a:cubicBezTo>
                  <a:cubicBezTo>
                    <a:pt x="2915220" y="636209"/>
                    <a:pt x="2829194" y="627503"/>
                    <a:pt x="2747294" y="652400"/>
                  </a:cubicBezTo>
                  <a:cubicBezTo>
                    <a:pt x="2730084" y="657794"/>
                    <a:pt x="2698519" y="656140"/>
                    <a:pt x="2676273" y="652304"/>
                  </a:cubicBezTo>
                  <a:cubicBezTo>
                    <a:pt x="2590546" y="637890"/>
                    <a:pt x="2508883" y="630176"/>
                    <a:pt x="2432360" y="657836"/>
                  </a:cubicBezTo>
                  <a:cubicBezTo>
                    <a:pt x="2423352" y="661179"/>
                    <a:pt x="2395274" y="656272"/>
                    <a:pt x="2382311" y="650824"/>
                  </a:cubicBezTo>
                  <a:cubicBezTo>
                    <a:pt x="2257393" y="597728"/>
                    <a:pt x="2187724" y="592930"/>
                    <a:pt x="2055134" y="630053"/>
                  </a:cubicBezTo>
                  <a:cubicBezTo>
                    <a:pt x="2046542" y="632464"/>
                    <a:pt x="2035364" y="635121"/>
                    <a:pt x="2031829" y="639324"/>
                  </a:cubicBezTo>
                  <a:cubicBezTo>
                    <a:pt x="2007977" y="666120"/>
                    <a:pt x="1960229" y="664380"/>
                    <a:pt x="1912764" y="664183"/>
                  </a:cubicBezTo>
                  <a:cubicBezTo>
                    <a:pt x="1860521" y="663924"/>
                    <a:pt x="1808236" y="664426"/>
                    <a:pt x="1755637" y="663960"/>
                  </a:cubicBezTo>
                  <a:cubicBezTo>
                    <a:pt x="1746439" y="663859"/>
                    <a:pt x="1736243" y="661799"/>
                    <a:pt x="1727159" y="659605"/>
                  </a:cubicBezTo>
                  <a:cubicBezTo>
                    <a:pt x="1692256" y="651480"/>
                    <a:pt x="1658604" y="640559"/>
                    <a:pt x="1622470" y="634850"/>
                  </a:cubicBezTo>
                  <a:cubicBezTo>
                    <a:pt x="1544362" y="622552"/>
                    <a:pt x="1469248" y="602210"/>
                    <a:pt x="1385955" y="604522"/>
                  </a:cubicBezTo>
                  <a:cubicBezTo>
                    <a:pt x="1371585" y="604913"/>
                    <a:pt x="1355357" y="598530"/>
                    <a:pt x="1340055" y="595629"/>
                  </a:cubicBezTo>
                  <a:cubicBezTo>
                    <a:pt x="1312351" y="590552"/>
                    <a:pt x="1285460" y="583993"/>
                    <a:pt x="1257271" y="581180"/>
                  </a:cubicBezTo>
                  <a:cubicBezTo>
                    <a:pt x="1182583" y="573830"/>
                    <a:pt x="1107142" y="566824"/>
                    <a:pt x="1031914" y="562692"/>
                  </a:cubicBezTo>
                  <a:cubicBezTo>
                    <a:pt x="995593" y="560597"/>
                    <a:pt x="958880" y="565923"/>
                    <a:pt x="922031" y="566853"/>
                  </a:cubicBezTo>
                  <a:cubicBezTo>
                    <a:pt x="905446" y="567320"/>
                    <a:pt x="878533" y="568199"/>
                    <a:pt x="873250" y="563724"/>
                  </a:cubicBezTo>
                  <a:cubicBezTo>
                    <a:pt x="832343" y="529722"/>
                    <a:pt x="772202" y="532674"/>
                    <a:pt x="711627" y="529880"/>
                  </a:cubicBezTo>
                  <a:cubicBezTo>
                    <a:pt x="577999" y="523641"/>
                    <a:pt x="447408" y="543696"/>
                    <a:pt x="311112" y="525106"/>
                  </a:cubicBezTo>
                  <a:cubicBezTo>
                    <a:pt x="271645" y="519795"/>
                    <a:pt x="226936" y="530235"/>
                    <a:pt x="184145" y="532188"/>
                  </a:cubicBezTo>
                  <a:cubicBezTo>
                    <a:pt x="162015" y="533128"/>
                    <a:pt x="137665" y="534333"/>
                    <a:pt x="116886" y="530572"/>
                  </a:cubicBezTo>
                  <a:cubicBezTo>
                    <a:pt x="84810" y="524693"/>
                    <a:pt x="54011" y="515448"/>
                    <a:pt x="23941" y="506433"/>
                  </a:cubicBezTo>
                  <a:lnTo>
                    <a:pt x="0" y="502149"/>
                  </a:lnTo>
                  <a:close/>
                </a:path>
              </a:pathLst>
            </a:custGeom>
            <a:blipFill>
              <a:blip r:embed="rId6">
                <a:alphaModFix amt="57000"/>
              </a:blip>
              <a:tile tx="0" ty="0" sx="100000" sy="100000" flip="none" algn="tl"/>
            </a:blipFill>
            <a:ln w="1270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</p:grpSp>
      <p:sp>
        <p:nvSpPr>
          <p:cNvPr id="26" name="Content Placeholder 25">
            <a:extLst>
              <a:ext uri="{FF2B5EF4-FFF2-40B4-BE49-F238E27FC236}">
                <a16:creationId xmlns:a16="http://schemas.microsoft.com/office/drawing/2014/main" id="{B9FEBA71-E4C3-0633-86D7-6FC2D273C9C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745320" y="4609384"/>
            <a:ext cx="6790949" cy="1898029"/>
          </a:xfrm>
        </p:spPr>
        <p:txBody>
          <a:bodyPr vert="horz" lIns="91440" tIns="45720" rIns="91440" bIns="45720" rtlCol="0" anchor="t">
            <a:noAutofit/>
          </a:bodyPr>
          <a:lstStyle/>
          <a:p>
            <a:pPr marL="0" indent="0">
              <a:buNone/>
            </a:pPr>
            <a:r>
              <a:rPr lang="en-US" sz="2000" dirty="0">
                <a:solidFill>
                  <a:schemeClr val="bg1">
                    <a:alpha val="80000"/>
                  </a:schemeClr>
                </a:solidFill>
                <a:ea typeface="+mn-lt"/>
                <a:cs typeface="+mn-lt"/>
              </a:rPr>
              <a:t>В web-</a:t>
            </a:r>
            <a:r>
              <a:rPr lang="en-US" sz="2000" dirty="0" err="1">
                <a:solidFill>
                  <a:schemeClr val="bg1">
                    <a:alpha val="80000"/>
                  </a:schemeClr>
                </a:solidFill>
                <a:ea typeface="+mn-lt"/>
                <a:cs typeface="+mn-lt"/>
              </a:rPr>
              <a:t>приложении</a:t>
            </a:r>
            <a:r>
              <a:rPr lang="en-US" sz="2000" dirty="0">
                <a:solidFill>
                  <a:schemeClr val="bg1">
                    <a:alpha val="80000"/>
                  </a:schemeClr>
                </a:solidFill>
                <a:ea typeface="+mn-lt"/>
                <a:cs typeface="+mn-lt"/>
              </a:rPr>
              <a:t> </a:t>
            </a:r>
            <a:r>
              <a:rPr lang="en-US" sz="2000" dirty="0" err="1">
                <a:solidFill>
                  <a:schemeClr val="bg1">
                    <a:alpha val="80000"/>
                  </a:schemeClr>
                </a:solidFill>
                <a:ea typeface="+mn-lt"/>
                <a:cs typeface="+mn-lt"/>
              </a:rPr>
              <a:t>реализованы</a:t>
            </a:r>
            <a:r>
              <a:rPr lang="en-US" sz="2000" dirty="0">
                <a:solidFill>
                  <a:schemeClr val="bg1">
                    <a:alpha val="80000"/>
                  </a:schemeClr>
                </a:solidFill>
                <a:ea typeface="+mn-lt"/>
                <a:cs typeface="+mn-lt"/>
              </a:rPr>
              <a:t> </a:t>
            </a:r>
            <a:r>
              <a:rPr lang="en-US" sz="2000" dirty="0" err="1">
                <a:solidFill>
                  <a:schemeClr val="bg1">
                    <a:alpha val="80000"/>
                  </a:schemeClr>
                </a:solidFill>
                <a:ea typeface="+mn-lt"/>
                <a:cs typeface="+mn-lt"/>
              </a:rPr>
              <a:t>поиск</a:t>
            </a:r>
            <a:r>
              <a:rPr lang="en-US" sz="2000" dirty="0">
                <a:solidFill>
                  <a:schemeClr val="bg1">
                    <a:alpha val="80000"/>
                  </a:schemeClr>
                </a:solidFill>
                <a:ea typeface="+mn-lt"/>
                <a:cs typeface="+mn-lt"/>
              </a:rPr>
              <a:t> </a:t>
            </a:r>
            <a:r>
              <a:rPr lang="en-US" sz="2000" dirty="0" err="1">
                <a:solidFill>
                  <a:schemeClr val="bg1">
                    <a:alpha val="80000"/>
                  </a:schemeClr>
                </a:solidFill>
                <a:ea typeface="+mn-lt"/>
                <a:cs typeface="+mn-lt"/>
              </a:rPr>
              <a:t>товаров</a:t>
            </a:r>
            <a:r>
              <a:rPr lang="en-US" sz="2000" dirty="0">
                <a:solidFill>
                  <a:schemeClr val="bg1">
                    <a:alpha val="80000"/>
                  </a:schemeClr>
                </a:solidFill>
                <a:ea typeface="+mn-lt"/>
                <a:cs typeface="+mn-lt"/>
              </a:rPr>
              <a:t>, </a:t>
            </a:r>
            <a:r>
              <a:rPr lang="en-US" sz="2000" dirty="0" err="1">
                <a:solidFill>
                  <a:schemeClr val="bg1">
                    <a:alpha val="80000"/>
                  </a:schemeClr>
                </a:solidFill>
                <a:ea typeface="+mn-lt"/>
                <a:cs typeface="+mn-lt"/>
              </a:rPr>
              <a:t>фильтрация</a:t>
            </a:r>
            <a:r>
              <a:rPr lang="en-US" sz="2000" dirty="0">
                <a:solidFill>
                  <a:schemeClr val="bg1">
                    <a:alpha val="80000"/>
                  </a:schemeClr>
                </a:solidFill>
                <a:ea typeface="+mn-lt"/>
                <a:cs typeface="+mn-lt"/>
              </a:rPr>
              <a:t> </a:t>
            </a:r>
            <a:r>
              <a:rPr lang="en-US" sz="2000" dirty="0" err="1">
                <a:solidFill>
                  <a:schemeClr val="bg1">
                    <a:alpha val="80000"/>
                  </a:schemeClr>
                </a:solidFill>
                <a:ea typeface="+mn-lt"/>
                <a:cs typeface="+mn-lt"/>
              </a:rPr>
              <a:t>категорий</a:t>
            </a:r>
            <a:r>
              <a:rPr lang="en-US" sz="2000" dirty="0">
                <a:solidFill>
                  <a:schemeClr val="bg1">
                    <a:alpha val="80000"/>
                  </a:schemeClr>
                </a:solidFill>
                <a:ea typeface="+mn-lt"/>
                <a:cs typeface="+mn-lt"/>
              </a:rPr>
              <a:t> и modal window </a:t>
            </a:r>
            <a:r>
              <a:rPr lang="en-US" sz="2000" dirty="0" err="1">
                <a:solidFill>
                  <a:schemeClr val="bg1">
                    <a:alpha val="80000"/>
                  </a:schemeClr>
                </a:solidFill>
                <a:ea typeface="+mn-lt"/>
                <a:cs typeface="+mn-lt"/>
              </a:rPr>
              <a:t>для</a:t>
            </a:r>
            <a:r>
              <a:rPr lang="en-US" sz="2000" dirty="0">
                <a:solidFill>
                  <a:schemeClr val="bg1">
                    <a:alpha val="80000"/>
                  </a:schemeClr>
                </a:solidFill>
                <a:ea typeface="+mn-lt"/>
                <a:cs typeface="+mn-lt"/>
              </a:rPr>
              <a:t> </a:t>
            </a:r>
            <a:r>
              <a:rPr lang="en-US" sz="2000" dirty="0" err="1">
                <a:solidFill>
                  <a:schemeClr val="bg1">
                    <a:alpha val="80000"/>
                  </a:schemeClr>
                </a:solidFill>
                <a:ea typeface="+mn-lt"/>
                <a:cs typeface="+mn-lt"/>
              </a:rPr>
              <a:t>отображения</a:t>
            </a:r>
            <a:r>
              <a:rPr lang="en-US" sz="2000" dirty="0">
                <a:solidFill>
                  <a:schemeClr val="bg1">
                    <a:alpha val="80000"/>
                  </a:schemeClr>
                </a:solidFill>
                <a:ea typeface="+mn-lt"/>
                <a:cs typeface="+mn-lt"/>
              </a:rPr>
              <a:t> </a:t>
            </a:r>
            <a:r>
              <a:rPr lang="en-US" sz="2000" dirty="0" err="1">
                <a:solidFill>
                  <a:schemeClr val="bg1">
                    <a:alpha val="80000"/>
                  </a:schemeClr>
                </a:solidFill>
                <a:ea typeface="+mn-lt"/>
                <a:cs typeface="+mn-lt"/>
              </a:rPr>
              <a:t>информации</a:t>
            </a:r>
            <a:r>
              <a:rPr lang="en-US" sz="2000" dirty="0">
                <a:solidFill>
                  <a:schemeClr val="bg1">
                    <a:alpha val="80000"/>
                  </a:schemeClr>
                </a:solidFill>
                <a:ea typeface="+mn-lt"/>
                <a:cs typeface="+mn-lt"/>
              </a:rPr>
              <a:t> о </a:t>
            </a:r>
            <a:r>
              <a:rPr lang="en-US" sz="2000" dirty="0" err="1">
                <a:solidFill>
                  <a:schemeClr val="bg1">
                    <a:alpha val="80000"/>
                  </a:schemeClr>
                </a:solidFill>
                <a:ea typeface="+mn-lt"/>
                <a:cs typeface="+mn-lt"/>
              </a:rPr>
              <a:t>продукции</a:t>
            </a:r>
            <a:r>
              <a:rPr lang="en-US" sz="2000" dirty="0">
                <a:solidFill>
                  <a:schemeClr val="bg1">
                    <a:alpha val="80000"/>
                  </a:schemeClr>
                </a:solidFill>
                <a:ea typeface="+mn-lt"/>
                <a:cs typeface="+mn-lt"/>
              </a:rPr>
              <a:t>.</a:t>
            </a:r>
            <a:br>
              <a:rPr lang="en-US" sz="2000" dirty="0">
                <a:ea typeface="+mn-lt"/>
                <a:cs typeface="+mn-lt"/>
              </a:rPr>
            </a:br>
            <a:r>
              <a:rPr lang="en-US" sz="2000" dirty="0">
                <a:solidFill>
                  <a:schemeClr val="bg1">
                    <a:alpha val="80000"/>
                  </a:schemeClr>
                </a:solidFill>
                <a:ea typeface="+mn-lt"/>
                <a:cs typeface="+mn-lt"/>
              </a:rPr>
              <a:t> Также </a:t>
            </a:r>
            <a:r>
              <a:rPr lang="en-US" sz="2000" dirty="0" err="1">
                <a:solidFill>
                  <a:schemeClr val="bg1">
                    <a:alpha val="80000"/>
                  </a:schemeClr>
                </a:solidFill>
                <a:ea typeface="+mn-lt"/>
                <a:cs typeface="+mn-lt"/>
              </a:rPr>
              <a:t>были</a:t>
            </a:r>
            <a:r>
              <a:rPr lang="en-US" sz="2000" dirty="0">
                <a:solidFill>
                  <a:schemeClr val="bg1">
                    <a:alpha val="80000"/>
                  </a:schemeClr>
                </a:solidFill>
                <a:ea typeface="+mn-lt"/>
                <a:cs typeface="+mn-lt"/>
              </a:rPr>
              <a:t> </a:t>
            </a:r>
            <a:r>
              <a:rPr lang="en-US" sz="2000" dirty="0" err="1">
                <a:solidFill>
                  <a:schemeClr val="bg1">
                    <a:alpha val="80000"/>
                  </a:schemeClr>
                </a:solidFill>
                <a:ea typeface="+mn-lt"/>
                <a:cs typeface="+mn-lt"/>
              </a:rPr>
              <a:t>добавлены</a:t>
            </a:r>
            <a:r>
              <a:rPr lang="en-US" sz="2000" dirty="0">
                <a:solidFill>
                  <a:schemeClr val="bg1">
                    <a:alpha val="80000"/>
                  </a:schemeClr>
                </a:solidFill>
                <a:ea typeface="+mn-lt"/>
                <a:cs typeface="+mn-lt"/>
              </a:rPr>
              <a:t> </a:t>
            </a:r>
            <a:r>
              <a:rPr lang="en-US" sz="2000" dirty="0" err="1">
                <a:solidFill>
                  <a:schemeClr val="bg1">
                    <a:alpha val="80000"/>
                  </a:schemeClr>
                </a:solidFill>
                <a:ea typeface="+mn-lt"/>
                <a:cs typeface="+mn-lt"/>
              </a:rPr>
              <a:t>адаптивный</a:t>
            </a:r>
            <a:r>
              <a:rPr lang="en-US" sz="2000" dirty="0">
                <a:solidFill>
                  <a:schemeClr val="bg1">
                    <a:alpha val="80000"/>
                  </a:schemeClr>
                </a:solidFill>
                <a:ea typeface="+mn-lt"/>
                <a:cs typeface="+mn-lt"/>
              </a:rPr>
              <a:t> </a:t>
            </a:r>
            <a:r>
              <a:rPr lang="en-US" sz="2000" dirty="0" err="1">
                <a:solidFill>
                  <a:schemeClr val="bg1">
                    <a:alpha val="80000"/>
                  </a:schemeClr>
                </a:solidFill>
                <a:ea typeface="+mn-lt"/>
                <a:cs typeface="+mn-lt"/>
              </a:rPr>
              <a:t>дизайн</a:t>
            </a:r>
            <a:r>
              <a:rPr lang="en-US" sz="2000" dirty="0">
                <a:solidFill>
                  <a:schemeClr val="bg1">
                    <a:alpha val="80000"/>
                  </a:schemeClr>
                </a:solidFill>
                <a:ea typeface="+mn-lt"/>
                <a:cs typeface="+mn-lt"/>
              </a:rPr>
              <a:t>, </a:t>
            </a:r>
            <a:r>
              <a:rPr lang="en-US" sz="2000" dirty="0" err="1">
                <a:solidFill>
                  <a:schemeClr val="bg1">
                    <a:alpha val="80000"/>
                  </a:schemeClr>
                </a:solidFill>
                <a:ea typeface="+mn-lt"/>
                <a:cs typeface="+mn-lt"/>
              </a:rPr>
              <a:t>проверка</a:t>
            </a:r>
            <a:r>
              <a:rPr lang="en-US" sz="2000" dirty="0">
                <a:solidFill>
                  <a:schemeClr val="bg1">
                    <a:alpha val="80000"/>
                  </a:schemeClr>
                </a:solidFill>
                <a:ea typeface="+mn-lt"/>
                <a:cs typeface="+mn-lt"/>
              </a:rPr>
              <a:t> </a:t>
            </a:r>
            <a:r>
              <a:rPr lang="en-US" sz="2000" dirty="0" err="1">
                <a:solidFill>
                  <a:schemeClr val="bg1">
                    <a:alpha val="80000"/>
                  </a:schemeClr>
                </a:solidFill>
                <a:ea typeface="+mn-lt"/>
                <a:cs typeface="+mn-lt"/>
              </a:rPr>
              <a:t>формы</a:t>
            </a:r>
            <a:r>
              <a:rPr lang="en-US" sz="2000" dirty="0">
                <a:solidFill>
                  <a:schemeClr val="bg1">
                    <a:alpha val="80000"/>
                  </a:schemeClr>
                </a:solidFill>
                <a:ea typeface="+mn-lt"/>
                <a:cs typeface="+mn-lt"/>
              </a:rPr>
              <a:t> </a:t>
            </a:r>
            <a:r>
              <a:rPr lang="en-US" sz="2000" dirty="0" err="1">
                <a:solidFill>
                  <a:schemeClr val="bg1">
                    <a:alpha val="80000"/>
                  </a:schemeClr>
                </a:solidFill>
                <a:ea typeface="+mn-lt"/>
                <a:cs typeface="+mn-lt"/>
              </a:rPr>
              <a:t>обратной</a:t>
            </a:r>
            <a:r>
              <a:rPr lang="en-US" sz="2000" dirty="0">
                <a:solidFill>
                  <a:schemeClr val="bg1">
                    <a:alpha val="80000"/>
                  </a:schemeClr>
                </a:solidFill>
                <a:ea typeface="+mn-lt"/>
                <a:cs typeface="+mn-lt"/>
              </a:rPr>
              <a:t> </a:t>
            </a:r>
            <a:r>
              <a:rPr lang="en-US" sz="2000" dirty="0" err="1">
                <a:solidFill>
                  <a:schemeClr val="bg1">
                    <a:alpha val="80000"/>
                  </a:schemeClr>
                </a:solidFill>
                <a:ea typeface="+mn-lt"/>
                <a:cs typeface="+mn-lt"/>
              </a:rPr>
              <a:t>связи</a:t>
            </a:r>
            <a:r>
              <a:rPr lang="en-US" sz="2000" dirty="0">
                <a:solidFill>
                  <a:schemeClr val="bg1">
                    <a:alpha val="80000"/>
                  </a:schemeClr>
                </a:solidFill>
                <a:ea typeface="+mn-lt"/>
                <a:cs typeface="+mn-lt"/>
              </a:rPr>
              <a:t> и flash messages </a:t>
            </a:r>
            <a:r>
              <a:rPr lang="en-US" sz="2000" dirty="0" err="1">
                <a:solidFill>
                  <a:schemeClr val="bg1">
                    <a:alpha val="80000"/>
                  </a:schemeClr>
                </a:solidFill>
                <a:ea typeface="+mn-lt"/>
                <a:cs typeface="+mn-lt"/>
              </a:rPr>
              <a:t>для</a:t>
            </a:r>
            <a:r>
              <a:rPr lang="en-US" sz="2000" dirty="0">
                <a:solidFill>
                  <a:schemeClr val="bg1">
                    <a:alpha val="80000"/>
                  </a:schemeClr>
                </a:solidFill>
                <a:ea typeface="+mn-lt"/>
                <a:cs typeface="+mn-lt"/>
              </a:rPr>
              <a:t> </a:t>
            </a:r>
            <a:r>
              <a:rPr lang="en-US" sz="2000" dirty="0" err="1">
                <a:solidFill>
                  <a:schemeClr val="bg1">
                    <a:alpha val="80000"/>
                  </a:schemeClr>
                </a:solidFill>
                <a:ea typeface="+mn-lt"/>
                <a:cs typeface="+mn-lt"/>
              </a:rPr>
              <a:t>взаимодействия</a:t>
            </a:r>
            <a:r>
              <a:rPr lang="en-US" sz="2000" dirty="0">
                <a:solidFill>
                  <a:schemeClr val="bg1">
                    <a:alpha val="80000"/>
                  </a:schemeClr>
                </a:solidFill>
                <a:ea typeface="+mn-lt"/>
                <a:cs typeface="+mn-lt"/>
              </a:rPr>
              <a:t> с </a:t>
            </a:r>
            <a:r>
              <a:rPr lang="en-US" sz="2000" dirty="0" err="1">
                <a:solidFill>
                  <a:schemeClr val="bg1">
                    <a:alpha val="80000"/>
                  </a:schemeClr>
                </a:solidFill>
                <a:ea typeface="+mn-lt"/>
                <a:cs typeface="+mn-lt"/>
              </a:rPr>
              <a:t>пользователем</a:t>
            </a:r>
            <a:r>
              <a:rPr lang="en-US" sz="2000" dirty="0">
                <a:solidFill>
                  <a:schemeClr val="bg1">
                    <a:alpha val="80000"/>
                  </a:schemeClr>
                </a:solidFill>
                <a:ea typeface="+mn-lt"/>
                <a:cs typeface="+mn-lt"/>
              </a:rPr>
              <a:t>.</a:t>
            </a:r>
            <a:endParaRPr lang="en-US" sz="2000" dirty="0">
              <a:solidFill>
                <a:schemeClr val="bg1">
                  <a:alpha val="80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02343477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6" name="Rectangle 25">
            <a:extLst>
              <a:ext uri="{FF2B5EF4-FFF2-40B4-BE49-F238E27FC236}">
                <a16:creationId xmlns:a16="http://schemas.microsoft.com/office/drawing/2014/main" id="{C700CD00-DF3E-4660-A6EC-A18C3B7F9E3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tx1"/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8E04E67F-C8DA-CA3E-43D4-70CAB4CBC52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62420" y="4518338"/>
            <a:ext cx="3712531" cy="1810439"/>
          </a:xfr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 sz="4800" b="1" kern="1200" err="1">
                <a:solidFill>
                  <a:schemeClr val="bg1"/>
                </a:solidFill>
                <a:latin typeface="+mj-lt"/>
                <a:ea typeface="+mj-ea"/>
                <a:cs typeface="+mj-cs"/>
              </a:rPr>
              <a:t>Результаты</a:t>
            </a:r>
            <a:r>
              <a:rPr lang="en-US" sz="4800" b="1" kern="1200" dirty="0">
                <a:solidFill>
                  <a:schemeClr val="bg1"/>
                </a:solidFill>
                <a:latin typeface="+mj-lt"/>
                <a:ea typeface="+mj-ea"/>
                <a:cs typeface="+mj-cs"/>
              </a:rPr>
              <a:t> </a:t>
            </a:r>
            <a:r>
              <a:rPr lang="en-US" sz="4800" b="1" kern="1200" err="1">
                <a:solidFill>
                  <a:schemeClr val="bg1"/>
                </a:solidFill>
                <a:latin typeface="+mj-lt"/>
                <a:ea typeface="+mj-ea"/>
                <a:cs typeface="+mj-cs"/>
              </a:rPr>
              <a:t>разработки</a:t>
            </a:r>
            <a:endParaRPr lang="en-US" sz="4800" b="1" kern="1200" dirty="0">
              <a:solidFill>
                <a:schemeClr val="bg1"/>
              </a:solidFill>
              <a:latin typeface="+mj-lt"/>
            </a:endParaRPr>
          </a:p>
        </p:txBody>
      </p:sp>
      <p:pic>
        <p:nvPicPr>
          <p:cNvPr id="4" name="Объект 3" descr="Изображение выглядит как текст, снимок экрана, программное обеспечение, дисплей&#10;&#10;Содержимое, созданное искусственным интеллектом, может быть неверным.">
            <a:extLst>
              <a:ext uri="{FF2B5EF4-FFF2-40B4-BE49-F238E27FC236}">
                <a16:creationId xmlns:a16="http://schemas.microsoft.com/office/drawing/2014/main" id="{B5E55758-2569-A510-9711-DCEAA16E053F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rcRect r="1" b="7161"/>
          <a:stretch>
            <a:fillRect/>
          </a:stretch>
        </p:blipFill>
        <p:spPr>
          <a:xfrm>
            <a:off x="6" y="2"/>
            <a:ext cx="6000749" cy="3342653"/>
          </a:xfrm>
          <a:custGeom>
            <a:avLst/>
            <a:gdLst/>
            <a:ahLst/>
            <a:cxnLst/>
            <a:rect l="l" t="t" r="r" b="b"/>
            <a:pathLst>
              <a:path w="6000749" h="3342653">
                <a:moveTo>
                  <a:pt x="0" y="0"/>
                </a:moveTo>
                <a:lnTo>
                  <a:pt x="6000749" y="0"/>
                </a:lnTo>
                <a:lnTo>
                  <a:pt x="6000749" y="3198652"/>
                </a:lnTo>
                <a:lnTo>
                  <a:pt x="5572124" y="3171203"/>
                </a:lnTo>
                <a:lnTo>
                  <a:pt x="0" y="3342653"/>
                </a:lnTo>
                <a:close/>
              </a:path>
            </a:pathLst>
          </a:custGeom>
        </p:spPr>
      </p:pic>
      <p:pic>
        <p:nvPicPr>
          <p:cNvPr id="5" name="Рисунок 4" descr="Изображение выглядит как текст, снимок экрана, Мультимедийное программное обеспечение, программное обеспечение&#10;&#10;Содержимое, созданное искусственным интеллектом, может быть неверным.">
            <a:extLst>
              <a:ext uri="{FF2B5EF4-FFF2-40B4-BE49-F238E27FC236}">
                <a16:creationId xmlns:a16="http://schemas.microsoft.com/office/drawing/2014/main" id="{E4A81243-5414-BFFA-6FA1-30D3552CD3D0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2148" r="-1" b="-1"/>
          <a:stretch>
            <a:fillRect/>
          </a:stretch>
        </p:blipFill>
        <p:spPr>
          <a:xfrm>
            <a:off x="6191245" y="2"/>
            <a:ext cx="6000750" cy="3418853"/>
          </a:xfrm>
          <a:custGeom>
            <a:avLst/>
            <a:gdLst/>
            <a:ahLst/>
            <a:cxnLst/>
            <a:rect l="l" t="t" r="r" b="b"/>
            <a:pathLst>
              <a:path w="6000750" h="3418853">
                <a:moveTo>
                  <a:pt x="0" y="0"/>
                </a:moveTo>
                <a:lnTo>
                  <a:pt x="6000750" y="0"/>
                </a:lnTo>
                <a:lnTo>
                  <a:pt x="6000750" y="227978"/>
                </a:lnTo>
                <a:lnTo>
                  <a:pt x="6000750" y="2065168"/>
                </a:lnTo>
                <a:lnTo>
                  <a:pt x="6000750" y="3342653"/>
                </a:lnTo>
                <a:lnTo>
                  <a:pt x="3248025" y="3418853"/>
                </a:lnTo>
                <a:lnTo>
                  <a:pt x="0" y="3210852"/>
                </a:lnTo>
                <a:close/>
              </a:path>
            </a:pathLst>
          </a:custGeom>
        </p:spPr>
      </p:pic>
      <p:grpSp>
        <p:nvGrpSpPr>
          <p:cNvPr id="28" name="Group 27">
            <a:extLst>
              <a:ext uri="{FF2B5EF4-FFF2-40B4-BE49-F238E27FC236}">
                <a16:creationId xmlns:a16="http://schemas.microsoft.com/office/drawing/2014/main" id="{F9AB5DBD-0A57-4DBC-B49F-205E268F1FC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0" y="2959818"/>
            <a:ext cx="12192000" cy="757168"/>
            <a:chOff x="0" y="2959818"/>
            <a:chExt cx="12192000" cy="757168"/>
          </a:xfrm>
        </p:grpSpPr>
        <p:sp>
          <p:nvSpPr>
            <p:cNvPr id="29" name="Freeform: Shape 28">
              <a:extLst>
                <a:ext uri="{FF2B5EF4-FFF2-40B4-BE49-F238E27FC236}">
                  <a16:creationId xmlns:a16="http://schemas.microsoft.com/office/drawing/2014/main" id="{21DE7FF6-DA62-40A9-8F5D-F82D3020F38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0" y="2959818"/>
              <a:ext cx="12192000" cy="757168"/>
            </a:xfrm>
            <a:custGeom>
              <a:avLst/>
              <a:gdLst>
                <a:gd name="connsiteX0" fmla="*/ 0 w 12192000"/>
                <a:gd name="connsiteY0" fmla="*/ 0 h 757168"/>
                <a:gd name="connsiteX1" fmla="*/ 41653 w 12192000"/>
                <a:gd name="connsiteY1" fmla="*/ 6945 h 757168"/>
                <a:gd name="connsiteX2" fmla="*/ 81317 w 12192000"/>
                <a:gd name="connsiteY2" fmla="*/ 15509 h 757168"/>
                <a:gd name="connsiteX3" fmla="*/ 114150 w 12192000"/>
                <a:gd name="connsiteY3" fmla="*/ 28105 h 757168"/>
                <a:gd name="connsiteX4" fmla="*/ 214865 w 12192000"/>
                <a:gd name="connsiteY4" fmla="*/ 58374 h 757168"/>
                <a:gd name="connsiteX5" fmla="*/ 299237 w 12192000"/>
                <a:gd name="connsiteY5" fmla="*/ 63560 h 757168"/>
                <a:gd name="connsiteX6" fmla="*/ 415570 w 12192000"/>
                <a:gd name="connsiteY6" fmla="*/ 83774 h 757168"/>
                <a:gd name="connsiteX7" fmla="*/ 633210 w 12192000"/>
                <a:gd name="connsiteY7" fmla="*/ 109108 h 757168"/>
                <a:gd name="connsiteX8" fmla="*/ 677567 w 12192000"/>
                <a:gd name="connsiteY8" fmla="*/ 119446 h 757168"/>
                <a:gd name="connsiteX9" fmla="*/ 946429 w 12192000"/>
                <a:gd name="connsiteY9" fmla="*/ 171502 h 757168"/>
                <a:gd name="connsiteX10" fmla="*/ 1163367 w 12192000"/>
                <a:gd name="connsiteY10" fmla="*/ 182106 h 757168"/>
                <a:gd name="connsiteX11" fmla="*/ 1180337 w 12192000"/>
                <a:gd name="connsiteY11" fmla="*/ 181279 h 757168"/>
                <a:gd name="connsiteX12" fmla="*/ 1263939 w 12192000"/>
                <a:gd name="connsiteY12" fmla="*/ 173070 h 757168"/>
                <a:gd name="connsiteX13" fmla="*/ 1392213 w 12192000"/>
                <a:gd name="connsiteY13" fmla="*/ 183225 h 757168"/>
                <a:gd name="connsiteX14" fmla="*/ 1479752 w 12192000"/>
                <a:gd name="connsiteY14" fmla="*/ 205174 h 757168"/>
                <a:gd name="connsiteX15" fmla="*/ 1589813 w 12192000"/>
                <a:gd name="connsiteY15" fmla="*/ 211706 h 757168"/>
                <a:gd name="connsiteX16" fmla="*/ 1716264 w 12192000"/>
                <a:gd name="connsiteY16" fmla="*/ 207459 h 757168"/>
                <a:gd name="connsiteX17" fmla="*/ 1772900 w 12192000"/>
                <a:gd name="connsiteY17" fmla="*/ 208137 h 757168"/>
                <a:gd name="connsiteX18" fmla="*/ 1929319 w 12192000"/>
                <a:gd name="connsiteY18" fmla="*/ 193822 h 757168"/>
                <a:gd name="connsiteX19" fmla="*/ 2021514 w 12192000"/>
                <a:gd name="connsiteY19" fmla="*/ 204186 h 757168"/>
                <a:gd name="connsiteX20" fmla="*/ 2111753 w 12192000"/>
                <a:gd name="connsiteY20" fmla="*/ 223797 h 757168"/>
                <a:gd name="connsiteX21" fmla="*/ 2169356 w 12192000"/>
                <a:gd name="connsiteY21" fmla="*/ 241125 h 757168"/>
                <a:gd name="connsiteX22" fmla="*/ 2286638 w 12192000"/>
                <a:gd name="connsiteY22" fmla="*/ 257382 h 757168"/>
                <a:gd name="connsiteX23" fmla="*/ 2308368 w 12192000"/>
                <a:gd name="connsiteY23" fmla="*/ 256995 h 757168"/>
                <a:gd name="connsiteX24" fmla="*/ 2660621 w 12192000"/>
                <a:gd name="connsiteY24" fmla="*/ 262863 h 757168"/>
                <a:gd name="connsiteX25" fmla="*/ 2801134 w 12192000"/>
                <a:gd name="connsiteY25" fmla="*/ 250006 h 757168"/>
                <a:gd name="connsiteX26" fmla="*/ 2830994 w 12192000"/>
                <a:gd name="connsiteY26" fmla="*/ 249091 h 757168"/>
                <a:gd name="connsiteX27" fmla="*/ 3129084 w 12192000"/>
                <a:gd name="connsiteY27" fmla="*/ 242009 h 757168"/>
                <a:gd name="connsiteX28" fmla="*/ 3162162 w 12192000"/>
                <a:gd name="connsiteY28" fmla="*/ 242789 h 757168"/>
                <a:gd name="connsiteX29" fmla="*/ 3254072 w 12192000"/>
                <a:gd name="connsiteY29" fmla="*/ 251612 h 757168"/>
                <a:gd name="connsiteX30" fmla="*/ 3473491 w 12192000"/>
                <a:gd name="connsiteY30" fmla="*/ 221903 h 757168"/>
                <a:gd name="connsiteX31" fmla="*/ 3691860 w 12192000"/>
                <a:gd name="connsiteY31" fmla="*/ 219228 h 757168"/>
                <a:gd name="connsiteX32" fmla="*/ 3811494 w 12192000"/>
                <a:gd name="connsiteY32" fmla="*/ 225691 h 757168"/>
                <a:gd name="connsiteX33" fmla="*/ 3897533 w 12192000"/>
                <a:gd name="connsiteY33" fmla="*/ 220087 h 757168"/>
                <a:gd name="connsiteX34" fmla="*/ 4109430 w 12192000"/>
                <a:gd name="connsiteY34" fmla="*/ 200477 h 757168"/>
                <a:gd name="connsiteX35" fmla="*/ 4208772 w 12192000"/>
                <a:gd name="connsiteY35" fmla="*/ 200914 h 757168"/>
                <a:gd name="connsiteX36" fmla="*/ 4314641 w 12192000"/>
                <a:gd name="connsiteY36" fmla="*/ 196159 h 757168"/>
                <a:gd name="connsiteX37" fmla="*/ 4577622 w 12192000"/>
                <a:gd name="connsiteY37" fmla="*/ 163774 h 757168"/>
                <a:gd name="connsiteX38" fmla="*/ 4790345 w 12192000"/>
                <a:gd name="connsiteY38" fmla="*/ 177592 h 757168"/>
                <a:gd name="connsiteX39" fmla="*/ 4926164 w 12192000"/>
                <a:gd name="connsiteY39" fmla="*/ 184139 h 757168"/>
                <a:gd name="connsiteX40" fmla="*/ 5088812 w 12192000"/>
                <a:gd name="connsiteY40" fmla="*/ 177401 h 757168"/>
                <a:gd name="connsiteX41" fmla="*/ 5222466 w 12192000"/>
                <a:gd name="connsiteY41" fmla="*/ 162082 h 757168"/>
                <a:gd name="connsiteX42" fmla="*/ 5406528 w 12192000"/>
                <a:gd name="connsiteY42" fmla="*/ 153987 h 757168"/>
                <a:gd name="connsiteX43" fmla="*/ 5590716 w 12192000"/>
                <a:gd name="connsiteY43" fmla="*/ 129490 h 757168"/>
                <a:gd name="connsiteX44" fmla="*/ 5719429 w 12192000"/>
                <a:gd name="connsiteY44" fmla="*/ 110099 h 757168"/>
                <a:gd name="connsiteX45" fmla="*/ 5897895 w 12192000"/>
                <a:gd name="connsiteY45" fmla="*/ 96368 h 757168"/>
                <a:gd name="connsiteX46" fmla="*/ 6169957 w 12192000"/>
                <a:gd name="connsiteY46" fmla="*/ 94411 h 757168"/>
                <a:gd name="connsiteX47" fmla="*/ 6294827 w 12192000"/>
                <a:gd name="connsiteY47" fmla="*/ 99236 h 757168"/>
                <a:gd name="connsiteX48" fmla="*/ 6494261 w 12192000"/>
                <a:gd name="connsiteY48" fmla="*/ 71724 h 757168"/>
                <a:gd name="connsiteX49" fmla="*/ 6579627 w 12192000"/>
                <a:gd name="connsiteY49" fmla="*/ 57883 h 757168"/>
                <a:gd name="connsiteX50" fmla="*/ 6654800 w 12192000"/>
                <a:gd name="connsiteY50" fmla="*/ 77086 h 757168"/>
                <a:gd name="connsiteX51" fmla="*/ 6703059 w 12192000"/>
                <a:gd name="connsiteY51" fmla="*/ 97166 h 757168"/>
                <a:gd name="connsiteX52" fmla="*/ 6859445 w 12192000"/>
                <a:gd name="connsiteY52" fmla="*/ 90481 h 757168"/>
                <a:gd name="connsiteX53" fmla="*/ 7025414 w 12192000"/>
                <a:gd name="connsiteY53" fmla="*/ 83536 h 757168"/>
                <a:gd name="connsiteX54" fmla="*/ 7144137 w 12192000"/>
                <a:gd name="connsiteY54" fmla="*/ 79264 h 757168"/>
                <a:gd name="connsiteX55" fmla="*/ 7291235 w 12192000"/>
                <a:gd name="connsiteY55" fmla="*/ 95367 h 757168"/>
                <a:gd name="connsiteX56" fmla="*/ 7407395 w 12192000"/>
                <a:gd name="connsiteY56" fmla="*/ 104888 h 757168"/>
                <a:gd name="connsiteX57" fmla="*/ 7500837 w 12192000"/>
                <a:gd name="connsiteY57" fmla="*/ 119515 h 757168"/>
                <a:gd name="connsiteX58" fmla="*/ 7533567 w 12192000"/>
                <a:gd name="connsiteY58" fmla="*/ 126955 h 757168"/>
                <a:gd name="connsiteX59" fmla="*/ 7792910 w 12192000"/>
                <a:gd name="connsiteY59" fmla="*/ 185188 h 757168"/>
                <a:gd name="connsiteX60" fmla="*/ 8070699 w 12192000"/>
                <a:gd name="connsiteY60" fmla="*/ 235423 h 757168"/>
                <a:gd name="connsiteX61" fmla="*/ 8253177 w 12192000"/>
                <a:gd name="connsiteY61" fmla="*/ 222473 h 757168"/>
                <a:gd name="connsiteX62" fmla="*/ 8320683 w 12192000"/>
                <a:gd name="connsiteY62" fmla="*/ 226393 h 757168"/>
                <a:gd name="connsiteX63" fmla="*/ 8631438 w 12192000"/>
                <a:gd name="connsiteY63" fmla="*/ 237528 h 757168"/>
                <a:gd name="connsiteX64" fmla="*/ 8686410 w 12192000"/>
                <a:gd name="connsiteY64" fmla="*/ 234877 h 757168"/>
                <a:gd name="connsiteX65" fmla="*/ 8980658 w 12192000"/>
                <a:gd name="connsiteY65" fmla="*/ 273001 h 757168"/>
                <a:gd name="connsiteX66" fmla="*/ 9087625 w 12192000"/>
                <a:gd name="connsiteY66" fmla="*/ 282423 h 757168"/>
                <a:gd name="connsiteX67" fmla="*/ 9186017 w 12192000"/>
                <a:gd name="connsiteY67" fmla="*/ 293875 h 757168"/>
                <a:gd name="connsiteX68" fmla="*/ 9323931 w 12192000"/>
                <a:gd name="connsiteY68" fmla="*/ 302628 h 757168"/>
                <a:gd name="connsiteX69" fmla="*/ 9467213 w 12192000"/>
                <a:gd name="connsiteY69" fmla="*/ 307275 h 757168"/>
                <a:gd name="connsiteX70" fmla="*/ 9626826 w 12192000"/>
                <a:gd name="connsiteY70" fmla="*/ 316213 h 757168"/>
                <a:gd name="connsiteX71" fmla="*/ 9689696 w 12192000"/>
                <a:gd name="connsiteY71" fmla="*/ 324467 h 757168"/>
                <a:gd name="connsiteX72" fmla="*/ 9860526 w 12192000"/>
                <a:gd name="connsiteY72" fmla="*/ 329986 h 757168"/>
                <a:gd name="connsiteX73" fmla="*/ 9949775 w 12192000"/>
                <a:gd name="connsiteY73" fmla="*/ 340386 h 757168"/>
                <a:gd name="connsiteX74" fmla="*/ 10097252 w 12192000"/>
                <a:gd name="connsiteY74" fmla="*/ 349262 h 757168"/>
                <a:gd name="connsiteX75" fmla="*/ 10145261 w 12192000"/>
                <a:gd name="connsiteY75" fmla="*/ 353113 h 757168"/>
                <a:gd name="connsiteX76" fmla="*/ 10188159 w 12192000"/>
                <a:gd name="connsiteY76" fmla="*/ 356124 h 757168"/>
                <a:gd name="connsiteX77" fmla="*/ 10336144 w 12192000"/>
                <a:gd name="connsiteY77" fmla="*/ 348235 h 757168"/>
                <a:gd name="connsiteX78" fmla="*/ 10466847 w 12192000"/>
                <a:gd name="connsiteY78" fmla="*/ 354131 h 757168"/>
                <a:gd name="connsiteX79" fmla="*/ 10696514 w 12192000"/>
                <a:gd name="connsiteY79" fmla="*/ 353575 h 757168"/>
                <a:gd name="connsiteX80" fmla="*/ 10746932 w 12192000"/>
                <a:gd name="connsiteY80" fmla="*/ 360606 h 757168"/>
                <a:gd name="connsiteX81" fmla="*/ 10905388 w 12192000"/>
                <a:gd name="connsiteY81" fmla="*/ 370627 h 757168"/>
                <a:gd name="connsiteX82" fmla="*/ 10995602 w 12192000"/>
                <a:gd name="connsiteY82" fmla="*/ 376691 h 757168"/>
                <a:gd name="connsiteX83" fmla="*/ 11107647 w 12192000"/>
                <a:gd name="connsiteY83" fmla="*/ 373405 h 757168"/>
                <a:gd name="connsiteX84" fmla="*/ 11302440 w 12192000"/>
                <a:gd name="connsiteY84" fmla="*/ 364156 h 757168"/>
                <a:gd name="connsiteX85" fmla="*/ 11353613 w 12192000"/>
                <a:gd name="connsiteY85" fmla="*/ 363785 h 757168"/>
                <a:gd name="connsiteX86" fmla="*/ 11447323 w 12192000"/>
                <a:gd name="connsiteY86" fmla="*/ 359346 h 757168"/>
                <a:gd name="connsiteX87" fmla="*/ 11464292 w 12192000"/>
                <a:gd name="connsiteY87" fmla="*/ 358519 h 757168"/>
                <a:gd name="connsiteX88" fmla="*/ 11607560 w 12192000"/>
                <a:gd name="connsiteY88" fmla="*/ 342370 h 757168"/>
                <a:gd name="connsiteX89" fmla="*/ 11681426 w 12192000"/>
                <a:gd name="connsiteY89" fmla="*/ 344335 h 757168"/>
                <a:gd name="connsiteX90" fmla="*/ 11893565 w 12192000"/>
                <a:gd name="connsiteY90" fmla="*/ 355261 h 757168"/>
                <a:gd name="connsiteX91" fmla="*/ 11983290 w 12192000"/>
                <a:gd name="connsiteY91" fmla="*/ 363588 h 757168"/>
                <a:gd name="connsiteX92" fmla="*/ 12192000 w 12192000"/>
                <a:gd name="connsiteY92" fmla="*/ 388018 h 757168"/>
                <a:gd name="connsiteX93" fmla="*/ 12192000 w 12192000"/>
                <a:gd name="connsiteY93" fmla="*/ 577115 h 757168"/>
                <a:gd name="connsiteX94" fmla="*/ 12157329 w 12192000"/>
                <a:gd name="connsiteY94" fmla="*/ 588862 h 757168"/>
                <a:gd name="connsiteX95" fmla="*/ 12066948 w 12192000"/>
                <a:gd name="connsiteY95" fmla="*/ 586034 h 757168"/>
                <a:gd name="connsiteX96" fmla="*/ 11911344 w 12192000"/>
                <a:gd name="connsiteY96" fmla="*/ 521599 h 757168"/>
                <a:gd name="connsiteX97" fmla="*/ 11847823 w 12192000"/>
                <a:gd name="connsiteY97" fmla="*/ 511785 h 757168"/>
                <a:gd name="connsiteX98" fmla="*/ 11737547 w 12192000"/>
                <a:gd name="connsiteY98" fmla="*/ 502380 h 757168"/>
                <a:gd name="connsiteX99" fmla="*/ 11636052 w 12192000"/>
                <a:gd name="connsiteY99" fmla="*/ 514993 h 757168"/>
                <a:gd name="connsiteX100" fmla="*/ 11394706 w 12192000"/>
                <a:gd name="connsiteY100" fmla="*/ 590867 h 757168"/>
                <a:gd name="connsiteX101" fmla="*/ 11354978 w 12192000"/>
                <a:gd name="connsiteY101" fmla="*/ 597561 h 757168"/>
                <a:gd name="connsiteX102" fmla="*/ 11285306 w 12192000"/>
                <a:gd name="connsiteY102" fmla="*/ 599825 h 757168"/>
                <a:gd name="connsiteX103" fmla="*/ 11008528 w 12192000"/>
                <a:gd name="connsiteY103" fmla="*/ 656670 h 757168"/>
                <a:gd name="connsiteX104" fmla="*/ 10948735 w 12192000"/>
                <a:gd name="connsiteY104" fmla="*/ 652964 h 757168"/>
                <a:gd name="connsiteX105" fmla="*/ 10850698 w 12192000"/>
                <a:gd name="connsiteY105" fmla="*/ 641721 h 757168"/>
                <a:gd name="connsiteX106" fmla="*/ 10744026 w 12192000"/>
                <a:gd name="connsiteY106" fmla="*/ 647769 h 757168"/>
                <a:gd name="connsiteX107" fmla="*/ 10666160 w 12192000"/>
                <a:gd name="connsiteY107" fmla="*/ 651891 h 757168"/>
                <a:gd name="connsiteX108" fmla="*/ 10450521 w 12192000"/>
                <a:gd name="connsiteY108" fmla="*/ 616552 h 757168"/>
                <a:gd name="connsiteX109" fmla="*/ 10271192 w 12192000"/>
                <a:gd name="connsiteY109" fmla="*/ 583498 h 757168"/>
                <a:gd name="connsiteX110" fmla="*/ 10246067 w 12192000"/>
                <a:gd name="connsiteY110" fmla="*/ 585423 h 757168"/>
                <a:gd name="connsiteX111" fmla="*/ 10005027 w 12192000"/>
                <a:gd name="connsiteY111" fmla="*/ 592252 h 757168"/>
                <a:gd name="connsiteX112" fmla="*/ 9898681 w 12192000"/>
                <a:gd name="connsiteY112" fmla="*/ 613195 h 757168"/>
                <a:gd name="connsiteX113" fmla="*/ 9753225 w 12192000"/>
                <a:gd name="connsiteY113" fmla="*/ 629038 h 757168"/>
                <a:gd name="connsiteX114" fmla="*/ 9591376 w 12192000"/>
                <a:gd name="connsiteY114" fmla="*/ 648601 h 757168"/>
                <a:gd name="connsiteX115" fmla="*/ 9472860 w 12192000"/>
                <a:gd name="connsiteY115" fmla="*/ 655936 h 757168"/>
                <a:gd name="connsiteX116" fmla="*/ 9299788 w 12192000"/>
                <a:gd name="connsiteY116" fmla="*/ 636945 h 757168"/>
                <a:gd name="connsiteX117" fmla="*/ 9264605 w 12192000"/>
                <a:gd name="connsiteY117" fmla="*/ 627087 h 757168"/>
                <a:gd name="connsiteX118" fmla="*/ 8926435 w 12192000"/>
                <a:gd name="connsiteY118" fmla="*/ 549269 h 757168"/>
                <a:gd name="connsiteX119" fmla="*/ 8698934 w 12192000"/>
                <a:gd name="connsiteY119" fmla="*/ 536583 h 757168"/>
                <a:gd name="connsiteX120" fmla="*/ 8622862 w 12192000"/>
                <a:gd name="connsiteY120" fmla="*/ 541563 h 757168"/>
                <a:gd name="connsiteX121" fmla="*/ 8482784 w 12192000"/>
                <a:gd name="connsiteY121" fmla="*/ 574094 h 757168"/>
                <a:gd name="connsiteX122" fmla="*/ 8421565 w 12192000"/>
                <a:gd name="connsiteY122" fmla="*/ 576610 h 757168"/>
                <a:gd name="connsiteX123" fmla="*/ 8313469 w 12192000"/>
                <a:gd name="connsiteY123" fmla="*/ 574762 h 757168"/>
                <a:gd name="connsiteX124" fmla="*/ 8079520 w 12192000"/>
                <a:gd name="connsiteY124" fmla="*/ 558685 h 757168"/>
                <a:gd name="connsiteX125" fmla="*/ 7773327 w 12192000"/>
                <a:gd name="connsiteY125" fmla="*/ 558854 h 757168"/>
                <a:gd name="connsiteX126" fmla="*/ 7652477 w 12192000"/>
                <a:gd name="connsiteY126" fmla="*/ 547561 h 757168"/>
                <a:gd name="connsiteX127" fmla="*/ 7522274 w 12192000"/>
                <a:gd name="connsiteY127" fmla="*/ 532150 h 757168"/>
                <a:gd name="connsiteX128" fmla="*/ 7484080 w 12192000"/>
                <a:gd name="connsiteY128" fmla="*/ 530532 h 757168"/>
                <a:gd name="connsiteX129" fmla="*/ 7282277 w 12192000"/>
                <a:gd name="connsiteY129" fmla="*/ 540177 h 757168"/>
                <a:gd name="connsiteX130" fmla="*/ 7235690 w 12192000"/>
                <a:gd name="connsiteY130" fmla="*/ 551282 h 757168"/>
                <a:gd name="connsiteX131" fmla="*/ 7116339 w 12192000"/>
                <a:gd name="connsiteY131" fmla="*/ 539494 h 757168"/>
                <a:gd name="connsiteX132" fmla="*/ 7011067 w 12192000"/>
                <a:gd name="connsiteY132" fmla="*/ 511848 h 757168"/>
                <a:gd name="connsiteX133" fmla="*/ 6403234 w 12192000"/>
                <a:gd name="connsiteY133" fmla="*/ 432296 h 757168"/>
                <a:gd name="connsiteX134" fmla="*/ 6036273 w 12192000"/>
                <a:gd name="connsiteY134" fmla="*/ 412301 h 757168"/>
                <a:gd name="connsiteX135" fmla="*/ 5780467 w 12192000"/>
                <a:gd name="connsiteY135" fmla="*/ 377910 h 757168"/>
                <a:gd name="connsiteX136" fmla="*/ 5739051 w 12192000"/>
                <a:gd name="connsiteY136" fmla="*/ 353609 h 757168"/>
                <a:gd name="connsiteX137" fmla="*/ 5583566 w 12192000"/>
                <a:gd name="connsiteY137" fmla="*/ 321995 h 757168"/>
                <a:gd name="connsiteX138" fmla="*/ 5432030 w 12192000"/>
                <a:gd name="connsiteY138" fmla="*/ 362512 h 757168"/>
                <a:gd name="connsiteX139" fmla="*/ 5241398 w 12192000"/>
                <a:gd name="connsiteY139" fmla="*/ 425781 h 757168"/>
                <a:gd name="connsiteX140" fmla="*/ 5139710 w 12192000"/>
                <a:gd name="connsiteY140" fmla="*/ 421022 h 757168"/>
                <a:gd name="connsiteX141" fmla="*/ 4929402 w 12192000"/>
                <a:gd name="connsiteY141" fmla="*/ 424310 h 757168"/>
                <a:gd name="connsiteX142" fmla="*/ 4782793 w 12192000"/>
                <a:gd name="connsiteY142" fmla="*/ 441046 h 757168"/>
                <a:gd name="connsiteX143" fmla="*/ 4577594 w 12192000"/>
                <a:gd name="connsiteY143" fmla="*/ 459290 h 757168"/>
                <a:gd name="connsiteX144" fmla="*/ 4500826 w 12192000"/>
                <a:gd name="connsiteY144" fmla="*/ 470529 h 757168"/>
                <a:gd name="connsiteX145" fmla="*/ 4317973 w 12192000"/>
                <a:gd name="connsiteY145" fmla="*/ 483649 h 757168"/>
                <a:gd name="connsiteX146" fmla="*/ 4166722 w 12192000"/>
                <a:gd name="connsiteY146" fmla="*/ 490602 h 757168"/>
                <a:gd name="connsiteX147" fmla="*/ 4042814 w 12192000"/>
                <a:gd name="connsiteY147" fmla="*/ 530660 h 757168"/>
                <a:gd name="connsiteX148" fmla="*/ 4002653 w 12192000"/>
                <a:gd name="connsiteY148" fmla="*/ 552594 h 757168"/>
                <a:gd name="connsiteX149" fmla="*/ 3969549 w 12192000"/>
                <a:gd name="connsiteY149" fmla="*/ 566312 h 757168"/>
                <a:gd name="connsiteX150" fmla="*/ 3821685 w 12192000"/>
                <a:gd name="connsiteY150" fmla="*/ 649183 h 757168"/>
                <a:gd name="connsiteX151" fmla="*/ 3805138 w 12192000"/>
                <a:gd name="connsiteY151" fmla="*/ 655947 h 757168"/>
                <a:gd name="connsiteX152" fmla="*/ 3609177 w 12192000"/>
                <a:gd name="connsiteY152" fmla="*/ 687459 h 757168"/>
                <a:gd name="connsiteX153" fmla="*/ 3539727 w 12192000"/>
                <a:gd name="connsiteY153" fmla="*/ 706521 h 757168"/>
                <a:gd name="connsiteX154" fmla="*/ 3396572 w 12192000"/>
                <a:gd name="connsiteY154" fmla="*/ 755681 h 757168"/>
                <a:gd name="connsiteX155" fmla="*/ 3341054 w 12192000"/>
                <a:gd name="connsiteY155" fmla="*/ 754679 h 757168"/>
                <a:gd name="connsiteX156" fmla="*/ 3138775 w 12192000"/>
                <a:gd name="connsiteY156" fmla="*/ 710120 h 757168"/>
                <a:gd name="connsiteX157" fmla="*/ 3037283 w 12192000"/>
                <a:gd name="connsiteY157" fmla="*/ 666453 h 757168"/>
                <a:gd name="connsiteX158" fmla="*/ 3002117 w 12192000"/>
                <a:gd name="connsiteY158" fmla="*/ 649347 h 757168"/>
                <a:gd name="connsiteX159" fmla="*/ 2747294 w 12192000"/>
                <a:gd name="connsiteY159" fmla="*/ 652400 h 757168"/>
                <a:gd name="connsiteX160" fmla="*/ 2676273 w 12192000"/>
                <a:gd name="connsiteY160" fmla="*/ 652304 h 757168"/>
                <a:gd name="connsiteX161" fmla="*/ 2432360 w 12192000"/>
                <a:gd name="connsiteY161" fmla="*/ 657836 h 757168"/>
                <a:gd name="connsiteX162" fmla="*/ 2382311 w 12192000"/>
                <a:gd name="connsiteY162" fmla="*/ 650824 h 757168"/>
                <a:gd name="connsiteX163" fmla="*/ 2055134 w 12192000"/>
                <a:gd name="connsiteY163" fmla="*/ 630053 h 757168"/>
                <a:gd name="connsiteX164" fmla="*/ 2031829 w 12192000"/>
                <a:gd name="connsiteY164" fmla="*/ 639324 h 757168"/>
                <a:gd name="connsiteX165" fmla="*/ 1912764 w 12192000"/>
                <a:gd name="connsiteY165" fmla="*/ 664183 h 757168"/>
                <a:gd name="connsiteX166" fmla="*/ 1755637 w 12192000"/>
                <a:gd name="connsiteY166" fmla="*/ 663960 h 757168"/>
                <a:gd name="connsiteX167" fmla="*/ 1727159 w 12192000"/>
                <a:gd name="connsiteY167" fmla="*/ 659605 h 757168"/>
                <a:gd name="connsiteX168" fmla="*/ 1622470 w 12192000"/>
                <a:gd name="connsiteY168" fmla="*/ 634850 h 757168"/>
                <a:gd name="connsiteX169" fmla="*/ 1385955 w 12192000"/>
                <a:gd name="connsiteY169" fmla="*/ 604522 h 757168"/>
                <a:gd name="connsiteX170" fmla="*/ 1340055 w 12192000"/>
                <a:gd name="connsiteY170" fmla="*/ 595629 h 757168"/>
                <a:gd name="connsiteX171" fmla="*/ 1257271 w 12192000"/>
                <a:gd name="connsiteY171" fmla="*/ 581180 h 757168"/>
                <a:gd name="connsiteX172" fmla="*/ 1031914 w 12192000"/>
                <a:gd name="connsiteY172" fmla="*/ 562692 h 757168"/>
                <a:gd name="connsiteX173" fmla="*/ 922031 w 12192000"/>
                <a:gd name="connsiteY173" fmla="*/ 566853 h 757168"/>
                <a:gd name="connsiteX174" fmla="*/ 873250 w 12192000"/>
                <a:gd name="connsiteY174" fmla="*/ 563724 h 757168"/>
                <a:gd name="connsiteX175" fmla="*/ 711627 w 12192000"/>
                <a:gd name="connsiteY175" fmla="*/ 529880 h 757168"/>
                <a:gd name="connsiteX176" fmla="*/ 311112 w 12192000"/>
                <a:gd name="connsiteY176" fmla="*/ 525106 h 757168"/>
                <a:gd name="connsiteX177" fmla="*/ 184145 w 12192000"/>
                <a:gd name="connsiteY177" fmla="*/ 532188 h 757168"/>
                <a:gd name="connsiteX178" fmla="*/ 116886 w 12192000"/>
                <a:gd name="connsiteY178" fmla="*/ 530572 h 757168"/>
                <a:gd name="connsiteX179" fmla="*/ 23941 w 12192000"/>
                <a:gd name="connsiteY179" fmla="*/ 506433 h 757168"/>
                <a:gd name="connsiteX180" fmla="*/ 0 w 12192000"/>
                <a:gd name="connsiteY180" fmla="*/ 502149 h 7571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</a:cxnLst>
              <a:rect l="l" t="t" r="r" b="b"/>
              <a:pathLst>
                <a:path w="12192000" h="757168">
                  <a:moveTo>
                    <a:pt x="0" y="0"/>
                  </a:moveTo>
                  <a:lnTo>
                    <a:pt x="41653" y="6945"/>
                  </a:lnTo>
                  <a:cubicBezTo>
                    <a:pt x="55151" y="9178"/>
                    <a:pt x="68996" y="11810"/>
                    <a:pt x="81317" y="15509"/>
                  </a:cubicBezTo>
                  <a:cubicBezTo>
                    <a:pt x="92911" y="18978"/>
                    <a:pt x="102562" y="24446"/>
                    <a:pt x="114150" y="28105"/>
                  </a:cubicBezTo>
                  <a:cubicBezTo>
                    <a:pt x="145644" y="37958"/>
                    <a:pt x="177914" y="47281"/>
                    <a:pt x="214865" y="58374"/>
                  </a:cubicBezTo>
                  <a:cubicBezTo>
                    <a:pt x="236680" y="42349"/>
                    <a:pt x="264438" y="53534"/>
                    <a:pt x="299237" y="63560"/>
                  </a:cubicBezTo>
                  <a:cubicBezTo>
                    <a:pt x="334763" y="73816"/>
                    <a:pt x="376093" y="78654"/>
                    <a:pt x="415570" y="83774"/>
                  </a:cubicBezTo>
                  <a:cubicBezTo>
                    <a:pt x="487949" y="93100"/>
                    <a:pt x="560804" y="100354"/>
                    <a:pt x="633210" y="109108"/>
                  </a:cubicBezTo>
                  <a:cubicBezTo>
                    <a:pt x="648566" y="111058"/>
                    <a:pt x="666073" y="114072"/>
                    <a:pt x="677567" y="119446"/>
                  </a:cubicBezTo>
                  <a:cubicBezTo>
                    <a:pt x="756262" y="155621"/>
                    <a:pt x="853422" y="169678"/>
                    <a:pt x="946429" y="171502"/>
                  </a:cubicBezTo>
                  <a:cubicBezTo>
                    <a:pt x="1019582" y="173044"/>
                    <a:pt x="1091239" y="175083"/>
                    <a:pt x="1163367" y="182106"/>
                  </a:cubicBezTo>
                  <a:cubicBezTo>
                    <a:pt x="1168863" y="182586"/>
                    <a:pt x="1176224" y="182589"/>
                    <a:pt x="1180337" y="181279"/>
                  </a:cubicBezTo>
                  <a:cubicBezTo>
                    <a:pt x="1205822" y="172503"/>
                    <a:pt x="1231920" y="173109"/>
                    <a:pt x="1263939" y="173070"/>
                  </a:cubicBezTo>
                  <a:cubicBezTo>
                    <a:pt x="1309211" y="172961"/>
                    <a:pt x="1350592" y="176848"/>
                    <a:pt x="1392213" y="183225"/>
                  </a:cubicBezTo>
                  <a:cubicBezTo>
                    <a:pt x="1422516" y="187866"/>
                    <a:pt x="1453010" y="195759"/>
                    <a:pt x="1479752" y="205174"/>
                  </a:cubicBezTo>
                  <a:cubicBezTo>
                    <a:pt x="1516962" y="218381"/>
                    <a:pt x="1553071" y="224660"/>
                    <a:pt x="1589813" y="211706"/>
                  </a:cubicBezTo>
                  <a:cubicBezTo>
                    <a:pt x="1629541" y="197953"/>
                    <a:pt x="1673292" y="205778"/>
                    <a:pt x="1716264" y="207459"/>
                  </a:cubicBezTo>
                  <a:cubicBezTo>
                    <a:pt x="1734988" y="208248"/>
                    <a:pt x="1754789" y="209668"/>
                    <a:pt x="1772900" y="208137"/>
                  </a:cubicBezTo>
                  <a:cubicBezTo>
                    <a:pt x="1825381" y="203828"/>
                    <a:pt x="1876222" y="195808"/>
                    <a:pt x="1929319" y="193822"/>
                  </a:cubicBezTo>
                  <a:cubicBezTo>
                    <a:pt x="1958819" y="192698"/>
                    <a:pt x="1991232" y="199166"/>
                    <a:pt x="2021514" y="204186"/>
                  </a:cubicBezTo>
                  <a:cubicBezTo>
                    <a:pt x="2052154" y="209417"/>
                    <a:pt x="2082323" y="216530"/>
                    <a:pt x="2111753" y="223797"/>
                  </a:cubicBezTo>
                  <a:cubicBezTo>
                    <a:pt x="2131736" y="228659"/>
                    <a:pt x="2153567" y="233429"/>
                    <a:pt x="2169356" y="241125"/>
                  </a:cubicBezTo>
                  <a:cubicBezTo>
                    <a:pt x="2205243" y="258649"/>
                    <a:pt x="2242901" y="263295"/>
                    <a:pt x="2286638" y="257382"/>
                  </a:cubicBezTo>
                  <a:cubicBezTo>
                    <a:pt x="2293313" y="256396"/>
                    <a:pt x="2301018" y="256799"/>
                    <a:pt x="2308368" y="256995"/>
                  </a:cubicBezTo>
                  <a:cubicBezTo>
                    <a:pt x="2426026" y="259155"/>
                    <a:pt x="2543593" y="262834"/>
                    <a:pt x="2660621" y="262863"/>
                  </a:cubicBezTo>
                  <a:cubicBezTo>
                    <a:pt x="2708088" y="262871"/>
                    <a:pt x="2754165" y="254412"/>
                    <a:pt x="2801134" y="250006"/>
                  </a:cubicBezTo>
                  <a:cubicBezTo>
                    <a:pt x="2810748" y="249174"/>
                    <a:pt x="2821504" y="247638"/>
                    <a:pt x="2830994" y="249091"/>
                  </a:cubicBezTo>
                  <a:cubicBezTo>
                    <a:pt x="2934354" y="264045"/>
                    <a:pt x="3032340" y="255254"/>
                    <a:pt x="3129084" y="242009"/>
                  </a:cubicBezTo>
                  <a:cubicBezTo>
                    <a:pt x="3139090" y="240625"/>
                    <a:pt x="3151170" y="241831"/>
                    <a:pt x="3162162" y="242789"/>
                  </a:cubicBezTo>
                  <a:cubicBezTo>
                    <a:pt x="3192925" y="245736"/>
                    <a:pt x="3225969" y="254145"/>
                    <a:pt x="3254072" y="251612"/>
                  </a:cubicBezTo>
                  <a:cubicBezTo>
                    <a:pt x="3328782" y="244461"/>
                    <a:pt x="3402881" y="234992"/>
                    <a:pt x="3473491" y="221903"/>
                  </a:cubicBezTo>
                  <a:cubicBezTo>
                    <a:pt x="3545212" y="208683"/>
                    <a:pt x="3611651" y="197856"/>
                    <a:pt x="3691860" y="219228"/>
                  </a:cubicBezTo>
                  <a:cubicBezTo>
                    <a:pt x="3725977" y="228268"/>
                    <a:pt x="3771754" y="225515"/>
                    <a:pt x="3811494" y="225691"/>
                  </a:cubicBezTo>
                  <a:cubicBezTo>
                    <a:pt x="3840564" y="225687"/>
                    <a:pt x="3868906" y="218586"/>
                    <a:pt x="3897533" y="220087"/>
                  </a:cubicBezTo>
                  <a:cubicBezTo>
                    <a:pt x="3973874" y="224087"/>
                    <a:pt x="4042293" y="217563"/>
                    <a:pt x="4109430" y="200477"/>
                  </a:cubicBezTo>
                  <a:cubicBezTo>
                    <a:pt x="4135544" y="193834"/>
                    <a:pt x="4175268" y="201258"/>
                    <a:pt x="4208772" y="200914"/>
                  </a:cubicBezTo>
                  <a:cubicBezTo>
                    <a:pt x="4244136" y="200288"/>
                    <a:pt x="4280583" y="199908"/>
                    <a:pt x="4314641" y="196159"/>
                  </a:cubicBezTo>
                  <a:cubicBezTo>
                    <a:pt x="4402743" y="186278"/>
                    <a:pt x="4489848" y="174436"/>
                    <a:pt x="4577622" y="163774"/>
                  </a:cubicBezTo>
                  <a:cubicBezTo>
                    <a:pt x="4649843" y="154967"/>
                    <a:pt x="4719794" y="168553"/>
                    <a:pt x="4790345" y="177592"/>
                  </a:cubicBezTo>
                  <a:cubicBezTo>
                    <a:pt x="4834576" y="183345"/>
                    <a:pt x="4875614" y="193701"/>
                    <a:pt x="4926164" y="184139"/>
                  </a:cubicBezTo>
                  <a:cubicBezTo>
                    <a:pt x="4974485" y="175032"/>
                    <a:pt x="5034899" y="180870"/>
                    <a:pt x="5088812" y="177401"/>
                  </a:cubicBezTo>
                  <a:cubicBezTo>
                    <a:pt x="5134238" y="174439"/>
                    <a:pt x="5178353" y="168165"/>
                    <a:pt x="5222466" y="162082"/>
                  </a:cubicBezTo>
                  <a:cubicBezTo>
                    <a:pt x="5282519" y="153783"/>
                    <a:pt x="5341864" y="144876"/>
                    <a:pt x="5406528" y="153987"/>
                  </a:cubicBezTo>
                  <a:cubicBezTo>
                    <a:pt x="5479960" y="164323"/>
                    <a:pt x="5531876" y="142624"/>
                    <a:pt x="5590716" y="129490"/>
                  </a:cubicBezTo>
                  <a:cubicBezTo>
                    <a:pt x="5631296" y="120553"/>
                    <a:pt x="5675395" y="114659"/>
                    <a:pt x="5719429" y="110099"/>
                  </a:cubicBezTo>
                  <a:cubicBezTo>
                    <a:pt x="5778247" y="104215"/>
                    <a:pt x="5838715" y="102042"/>
                    <a:pt x="5897895" y="96368"/>
                  </a:cubicBezTo>
                  <a:cubicBezTo>
                    <a:pt x="5987399" y="87895"/>
                    <a:pt x="6077855" y="82333"/>
                    <a:pt x="6169957" y="94411"/>
                  </a:cubicBezTo>
                  <a:cubicBezTo>
                    <a:pt x="6212360" y="99875"/>
                    <a:pt x="6252010" y="101763"/>
                    <a:pt x="6294827" y="99236"/>
                  </a:cubicBezTo>
                  <a:cubicBezTo>
                    <a:pt x="6364965" y="95091"/>
                    <a:pt x="6436581" y="97891"/>
                    <a:pt x="6494261" y="71724"/>
                  </a:cubicBezTo>
                  <a:cubicBezTo>
                    <a:pt x="6514615" y="62488"/>
                    <a:pt x="6550354" y="61691"/>
                    <a:pt x="6579627" y="57883"/>
                  </a:cubicBezTo>
                  <a:cubicBezTo>
                    <a:pt x="6613354" y="53353"/>
                    <a:pt x="6637770" y="57878"/>
                    <a:pt x="6654800" y="77086"/>
                  </a:cubicBezTo>
                  <a:cubicBezTo>
                    <a:pt x="6662444" y="85688"/>
                    <a:pt x="6685147" y="94892"/>
                    <a:pt x="6703059" y="97166"/>
                  </a:cubicBezTo>
                  <a:cubicBezTo>
                    <a:pt x="6756799" y="103989"/>
                    <a:pt x="6806654" y="100687"/>
                    <a:pt x="6859445" y="90481"/>
                  </a:cubicBezTo>
                  <a:cubicBezTo>
                    <a:pt x="6908894" y="80861"/>
                    <a:pt x="6969747" y="85387"/>
                    <a:pt x="7025414" y="83536"/>
                  </a:cubicBezTo>
                  <a:cubicBezTo>
                    <a:pt x="7064862" y="82168"/>
                    <a:pt x="7104501" y="77186"/>
                    <a:pt x="7144137" y="79264"/>
                  </a:cubicBezTo>
                  <a:cubicBezTo>
                    <a:pt x="7193316" y="81841"/>
                    <a:pt x="7241809" y="90488"/>
                    <a:pt x="7291235" y="95367"/>
                  </a:cubicBezTo>
                  <a:cubicBezTo>
                    <a:pt x="7329668" y="99288"/>
                    <a:pt x="7368978" y="100585"/>
                    <a:pt x="7407395" y="104888"/>
                  </a:cubicBezTo>
                  <a:cubicBezTo>
                    <a:pt x="7438868" y="108256"/>
                    <a:pt x="7469832" y="114265"/>
                    <a:pt x="7500837" y="119515"/>
                  </a:cubicBezTo>
                  <a:cubicBezTo>
                    <a:pt x="7512146" y="121444"/>
                    <a:pt x="7523255" y="127178"/>
                    <a:pt x="7533567" y="126955"/>
                  </a:cubicBezTo>
                  <a:cubicBezTo>
                    <a:pt x="7636025" y="124121"/>
                    <a:pt x="7707510" y="164497"/>
                    <a:pt x="7792910" y="185188"/>
                  </a:cubicBezTo>
                  <a:cubicBezTo>
                    <a:pt x="7882663" y="207063"/>
                    <a:pt x="7969001" y="237914"/>
                    <a:pt x="8070699" y="235423"/>
                  </a:cubicBezTo>
                  <a:cubicBezTo>
                    <a:pt x="8132239" y="233879"/>
                    <a:pt x="8191903" y="225939"/>
                    <a:pt x="8253177" y="222473"/>
                  </a:cubicBezTo>
                  <a:cubicBezTo>
                    <a:pt x="8274949" y="221324"/>
                    <a:pt x="8299150" y="222976"/>
                    <a:pt x="8320683" y="226393"/>
                  </a:cubicBezTo>
                  <a:cubicBezTo>
                    <a:pt x="8424731" y="242340"/>
                    <a:pt x="8527777" y="249266"/>
                    <a:pt x="8631438" y="237528"/>
                  </a:cubicBezTo>
                  <a:cubicBezTo>
                    <a:pt x="8649201" y="235596"/>
                    <a:pt x="8668058" y="233915"/>
                    <a:pt x="8686410" y="234877"/>
                  </a:cubicBezTo>
                  <a:cubicBezTo>
                    <a:pt x="8786966" y="240146"/>
                    <a:pt x="8885480" y="249315"/>
                    <a:pt x="8980658" y="273001"/>
                  </a:cubicBezTo>
                  <a:cubicBezTo>
                    <a:pt x="9012626" y="280972"/>
                    <a:pt x="9052108" y="279035"/>
                    <a:pt x="9087625" y="282423"/>
                  </a:cubicBezTo>
                  <a:cubicBezTo>
                    <a:pt x="9120583" y="285484"/>
                    <a:pt x="9154319" y="287825"/>
                    <a:pt x="9186017" y="293875"/>
                  </a:cubicBezTo>
                  <a:cubicBezTo>
                    <a:pt x="9232288" y="302785"/>
                    <a:pt x="9275554" y="305815"/>
                    <a:pt x="9323931" y="302628"/>
                  </a:cubicBezTo>
                  <a:cubicBezTo>
                    <a:pt x="9370084" y="299705"/>
                    <a:pt x="9419491" y="304964"/>
                    <a:pt x="9467213" y="307275"/>
                  </a:cubicBezTo>
                  <a:cubicBezTo>
                    <a:pt x="9520438" y="309874"/>
                    <a:pt x="9573661" y="312473"/>
                    <a:pt x="9626826" y="316213"/>
                  </a:cubicBezTo>
                  <a:cubicBezTo>
                    <a:pt x="9648094" y="317708"/>
                    <a:pt x="9671915" y="326588"/>
                    <a:pt x="9689696" y="324467"/>
                  </a:cubicBezTo>
                  <a:cubicBezTo>
                    <a:pt x="9747117" y="317175"/>
                    <a:pt x="9803355" y="332523"/>
                    <a:pt x="9860526" y="329986"/>
                  </a:cubicBezTo>
                  <a:cubicBezTo>
                    <a:pt x="9888572" y="328594"/>
                    <a:pt x="9919723" y="338048"/>
                    <a:pt x="9949775" y="340386"/>
                  </a:cubicBezTo>
                  <a:cubicBezTo>
                    <a:pt x="9998886" y="344296"/>
                    <a:pt x="10048092" y="346302"/>
                    <a:pt x="10097252" y="349262"/>
                  </a:cubicBezTo>
                  <a:cubicBezTo>
                    <a:pt x="10113390" y="350297"/>
                    <a:pt x="10129133" y="351886"/>
                    <a:pt x="10145261" y="353113"/>
                  </a:cubicBezTo>
                  <a:cubicBezTo>
                    <a:pt x="10159555" y="354243"/>
                    <a:pt x="10174512" y="356743"/>
                    <a:pt x="10188159" y="356124"/>
                  </a:cubicBezTo>
                  <a:cubicBezTo>
                    <a:pt x="10237589" y="353944"/>
                    <a:pt x="10286441" y="348682"/>
                    <a:pt x="10336144" y="348235"/>
                  </a:cubicBezTo>
                  <a:cubicBezTo>
                    <a:pt x="10379222" y="347822"/>
                    <a:pt x="10423443" y="353764"/>
                    <a:pt x="10466847" y="354131"/>
                  </a:cubicBezTo>
                  <a:cubicBezTo>
                    <a:pt x="10543353" y="354898"/>
                    <a:pt x="10619988" y="353190"/>
                    <a:pt x="10696514" y="353575"/>
                  </a:cubicBezTo>
                  <a:cubicBezTo>
                    <a:pt x="10713071" y="353680"/>
                    <a:pt x="10730069" y="359342"/>
                    <a:pt x="10746932" y="360606"/>
                  </a:cubicBezTo>
                  <a:cubicBezTo>
                    <a:pt x="10799731" y="364326"/>
                    <a:pt x="10852569" y="367289"/>
                    <a:pt x="10905388" y="370627"/>
                  </a:cubicBezTo>
                  <a:cubicBezTo>
                    <a:pt x="10935470" y="372396"/>
                    <a:pt x="10965963" y="373421"/>
                    <a:pt x="10995602" y="376691"/>
                  </a:cubicBezTo>
                  <a:cubicBezTo>
                    <a:pt x="11034750" y="381032"/>
                    <a:pt x="11070168" y="386324"/>
                    <a:pt x="11107647" y="373405"/>
                  </a:cubicBezTo>
                  <a:cubicBezTo>
                    <a:pt x="11165372" y="353347"/>
                    <a:pt x="11236837" y="366060"/>
                    <a:pt x="11302440" y="364156"/>
                  </a:cubicBezTo>
                  <a:cubicBezTo>
                    <a:pt x="11319394" y="363708"/>
                    <a:pt x="11336655" y="364422"/>
                    <a:pt x="11353613" y="363785"/>
                  </a:cubicBezTo>
                  <a:cubicBezTo>
                    <a:pt x="11384961" y="362566"/>
                    <a:pt x="11415955" y="360947"/>
                    <a:pt x="11447323" y="359346"/>
                  </a:cubicBezTo>
                  <a:cubicBezTo>
                    <a:pt x="11452855" y="359066"/>
                    <a:pt x="11459104" y="359200"/>
                    <a:pt x="11464292" y="358519"/>
                  </a:cubicBezTo>
                  <a:cubicBezTo>
                    <a:pt x="11512058" y="353010"/>
                    <a:pt x="11559143" y="346321"/>
                    <a:pt x="11607560" y="342370"/>
                  </a:cubicBezTo>
                  <a:cubicBezTo>
                    <a:pt x="11631218" y="340368"/>
                    <a:pt x="11657295" y="341352"/>
                    <a:pt x="11681426" y="344335"/>
                  </a:cubicBezTo>
                  <a:cubicBezTo>
                    <a:pt x="11751997" y="352993"/>
                    <a:pt x="11821986" y="358760"/>
                    <a:pt x="11893565" y="355261"/>
                  </a:cubicBezTo>
                  <a:cubicBezTo>
                    <a:pt x="11921973" y="353889"/>
                    <a:pt x="11953288" y="360300"/>
                    <a:pt x="11983290" y="363588"/>
                  </a:cubicBezTo>
                  <a:lnTo>
                    <a:pt x="12192000" y="388018"/>
                  </a:lnTo>
                  <a:lnTo>
                    <a:pt x="12192000" y="577115"/>
                  </a:lnTo>
                  <a:lnTo>
                    <a:pt x="12157329" y="588862"/>
                  </a:lnTo>
                  <a:cubicBezTo>
                    <a:pt x="12118393" y="608572"/>
                    <a:pt x="12109715" y="605637"/>
                    <a:pt x="12066948" y="586034"/>
                  </a:cubicBezTo>
                  <a:cubicBezTo>
                    <a:pt x="12016991" y="563193"/>
                    <a:pt x="11965119" y="541779"/>
                    <a:pt x="11911344" y="521599"/>
                  </a:cubicBezTo>
                  <a:cubicBezTo>
                    <a:pt x="11894383" y="515178"/>
                    <a:pt x="11869417" y="514060"/>
                    <a:pt x="11847823" y="511785"/>
                  </a:cubicBezTo>
                  <a:cubicBezTo>
                    <a:pt x="11811233" y="507768"/>
                    <a:pt x="11773630" y="501982"/>
                    <a:pt x="11737547" y="502380"/>
                  </a:cubicBezTo>
                  <a:cubicBezTo>
                    <a:pt x="11702930" y="502855"/>
                    <a:pt x="11668388" y="508866"/>
                    <a:pt x="11636052" y="514993"/>
                  </a:cubicBezTo>
                  <a:cubicBezTo>
                    <a:pt x="11545722" y="532199"/>
                    <a:pt x="11462455" y="555118"/>
                    <a:pt x="11394706" y="590867"/>
                  </a:cubicBezTo>
                  <a:cubicBezTo>
                    <a:pt x="11385999" y="595562"/>
                    <a:pt x="11369016" y="596581"/>
                    <a:pt x="11354978" y="597561"/>
                  </a:cubicBezTo>
                  <a:cubicBezTo>
                    <a:pt x="11332076" y="599224"/>
                    <a:pt x="11308448" y="600655"/>
                    <a:pt x="11285306" y="599825"/>
                  </a:cubicBezTo>
                  <a:cubicBezTo>
                    <a:pt x="11172906" y="595841"/>
                    <a:pt x="11083430" y="617861"/>
                    <a:pt x="11008528" y="656670"/>
                  </a:cubicBezTo>
                  <a:cubicBezTo>
                    <a:pt x="10986971" y="667750"/>
                    <a:pt x="10970753" y="668236"/>
                    <a:pt x="10948735" y="652964"/>
                  </a:cubicBezTo>
                  <a:cubicBezTo>
                    <a:pt x="10923173" y="635218"/>
                    <a:pt x="10885031" y="639705"/>
                    <a:pt x="10850698" y="641721"/>
                  </a:cubicBezTo>
                  <a:cubicBezTo>
                    <a:pt x="10815269" y="643680"/>
                    <a:pt x="10779458" y="645811"/>
                    <a:pt x="10744026" y="647769"/>
                  </a:cubicBezTo>
                  <a:cubicBezTo>
                    <a:pt x="10717832" y="649066"/>
                    <a:pt x="10692021" y="650003"/>
                    <a:pt x="10666160" y="651891"/>
                  </a:cubicBezTo>
                  <a:cubicBezTo>
                    <a:pt x="10585627" y="657783"/>
                    <a:pt x="10513854" y="650969"/>
                    <a:pt x="10450521" y="616552"/>
                  </a:cubicBezTo>
                  <a:cubicBezTo>
                    <a:pt x="10402221" y="590175"/>
                    <a:pt x="10339099" y="579806"/>
                    <a:pt x="10271192" y="583498"/>
                  </a:cubicBezTo>
                  <a:cubicBezTo>
                    <a:pt x="10262701" y="584006"/>
                    <a:pt x="10251859" y="587254"/>
                    <a:pt x="10246067" y="585423"/>
                  </a:cubicBezTo>
                  <a:cubicBezTo>
                    <a:pt x="10158786" y="558528"/>
                    <a:pt x="10086634" y="594049"/>
                    <a:pt x="10005027" y="592252"/>
                  </a:cubicBezTo>
                  <a:cubicBezTo>
                    <a:pt x="9969004" y="591507"/>
                    <a:pt x="9931565" y="603664"/>
                    <a:pt x="9898681" y="613195"/>
                  </a:cubicBezTo>
                  <a:cubicBezTo>
                    <a:pt x="9853463" y="626281"/>
                    <a:pt x="9813049" y="639042"/>
                    <a:pt x="9753225" y="629038"/>
                  </a:cubicBezTo>
                  <a:cubicBezTo>
                    <a:pt x="9693404" y="618845"/>
                    <a:pt x="9637675" y="628898"/>
                    <a:pt x="9591376" y="648601"/>
                  </a:cubicBezTo>
                  <a:cubicBezTo>
                    <a:pt x="9556001" y="663537"/>
                    <a:pt x="9518120" y="663077"/>
                    <a:pt x="9472860" y="655936"/>
                  </a:cubicBezTo>
                  <a:cubicBezTo>
                    <a:pt x="9416283" y="647056"/>
                    <a:pt x="9357217" y="643578"/>
                    <a:pt x="9299788" y="636945"/>
                  </a:cubicBezTo>
                  <a:cubicBezTo>
                    <a:pt x="9287347" y="635531"/>
                    <a:pt x="9271710" y="632039"/>
                    <a:pt x="9264605" y="627087"/>
                  </a:cubicBezTo>
                  <a:cubicBezTo>
                    <a:pt x="9177661" y="565680"/>
                    <a:pt x="9051076" y="558473"/>
                    <a:pt x="8926435" y="549269"/>
                  </a:cubicBezTo>
                  <a:cubicBezTo>
                    <a:pt x="8850925" y="543595"/>
                    <a:pt x="8774954" y="539613"/>
                    <a:pt x="8698934" y="536583"/>
                  </a:cubicBezTo>
                  <a:cubicBezTo>
                    <a:pt x="8673232" y="535428"/>
                    <a:pt x="8645916" y="537050"/>
                    <a:pt x="8622862" y="541563"/>
                  </a:cubicBezTo>
                  <a:cubicBezTo>
                    <a:pt x="8574890" y="551069"/>
                    <a:pt x="8530403" y="564380"/>
                    <a:pt x="8482784" y="574094"/>
                  </a:cubicBezTo>
                  <a:cubicBezTo>
                    <a:pt x="8464923" y="577929"/>
                    <a:pt x="8442157" y="576927"/>
                    <a:pt x="8421565" y="576610"/>
                  </a:cubicBezTo>
                  <a:cubicBezTo>
                    <a:pt x="8385152" y="576229"/>
                    <a:pt x="8345023" y="569546"/>
                    <a:pt x="8313469" y="574762"/>
                  </a:cubicBezTo>
                  <a:cubicBezTo>
                    <a:pt x="8231431" y="588203"/>
                    <a:pt x="8155671" y="580227"/>
                    <a:pt x="8079520" y="558685"/>
                  </a:cubicBezTo>
                  <a:cubicBezTo>
                    <a:pt x="7972906" y="528487"/>
                    <a:pt x="7870782" y="525043"/>
                    <a:pt x="7773327" y="558854"/>
                  </a:cubicBezTo>
                  <a:cubicBezTo>
                    <a:pt x="7729470" y="574107"/>
                    <a:pt x="7688069" y="563543"/>
                    <a:pt x="7652477" y="547561"/>
                  </a:cubicBezTo>
                  <a:cubicBezTo>
                    <a:pt x="7611494" y="529005"/>
                    <a:pt x="7570974" y="522685"/>
                    <a:pt x="7522274" y="532150"/>
                  </a:cubicBezTo>
                  <a:cubicBezTo>
                    <a:pt x="7511488" y="534257"/>
                    <a:pt x="7496511" y="532136"/>
                    <a:pt x="7484080" y="530532"/>
                  </a:cubicBezTo>
                  <a:cubicBezTo>
                    <a:pt x="7413133" y="522044"/>
                    <a:pt x="7341987" y="510303"/>
                    <a:pt x="7282277" y="540177"/>
                  </a:cubicBezTo>
                  <a:cubicBezTo>
                    <a:pt x="7270558" y="546051"/>
                    <a:pt x="7251336" y="547713"/>
                    <a:pt x="7235690" y="551282"/>
                  </a:cubicBezTo>
                  <a:cubicBezTo>
                    <a:pt x="7170161" y="565782"/>
                    <a:pt x="7172820" y="564203"/>
                    <a:pt x="7116339" y="539494"/>
                  </a:cubicBezTo>
                  <a:cubicBezTo>
                    <a:pt x="7086841" y="526502"/>
                    <a:pt x="7045980" y="512724"/>
                    <a:pt x="7011067" y="511848"/>
                  </a:cubicBezTo>
                  <a:cubicBezTo>
                    <a:pt x="6800473" y="506533"/>
                    <a:pt x="6601893" y="468653"/>
                    <a:pt x="6403234" y="432296"/>
                  </a:cubicBezTo>
                  <a:cubicBezTo>
                    <a:pt x="6280760" y="409851"/>
                    <a:pt x="6160432" y="402592"/>
                    <a:pt x="6036273" y="412301"/>
                  </a:cubicBezTo>
                  <a:cubicBezTo>
                    <a:pt x="5946471" y="419425"/>
                    <a:pt x="5863077" y="395593"/>
                    <a:pt x="5780467" y="377910"/>
                  </a:cubicBezTo>
                  <a:cubicBezTo>
                    <a:pt x="5763357" y="374343"/>
                    <a:pt x="5747757" y="363033"/>
                    <a:pt x="5739051" y="353609"/>
                  </a:cubicBezTo>
                  <a:cubicBezTo>
                    <a:pt x="5707675" y="320294"/>
                    <a:pt x="5653252" y="312483"/>
                    <a:pt x="5583566" y="321995"/>
                  </a:cubicBezTo>
                  <a:cubicBezTo>
                    <a:pt x="5528347" y="329404"/>
                    <a:pt x="5477716" y="340486"/>
                    <a:pt x="5432030" y="362512"/>
                  </a:cubicBezTo>
                  <a:cubicBezTo>
                    <a:pt x="5378421" y="388318"/>
                    <a:pt x="5322767" y="418026"/>
                    <a:pt x="5241398" y="425781"/>
                  </a:cubicBezTo>
                  <a:cubicBezTo>
                    <a:pt x="5206262" y="429089"/>
                    <a:pt x="5176131" y="428273"/>
                    <a:pt x="5139710" y="421022"/>
                  </a:cubicBezTo>
                  <a:cubicBezTo>
                    <a:pt x="5069048" y="407018"/>
                    <a:pt x="4997864" y="396037"/>
                    <a:pt x="4929402" y="424310"/>
                  </a:cubicBezTo>
                  <a:cubicBezTo>
                    <a:pt x="4891785" y="439890"/>
                    <a:pt x="4841650" y="448519"/>
                    <a:pt x="4782793" y="441046"/>
                  </a:cubicBezTo>
                  <a:cubicBezTo>
                    <a:pt x="4709316" y="431663"/>
                    <a:pt x="4641426" y="442031"/>
                    <a:pt x="4577594" y="459290"/>
                  </a:cubicBezTo>
                  <a:cubicBezTo>
                    <a:pt x="4554816" y="465538"/>
                    <a:pt x="4527069" y="468279"/>
                    <a:pt x="4500826" y="470529"/>
                  </a:cubicBezTo>
                  <a:cubicBezTo>
                    <a:pt x="4440199" y="475746"/>
                    <a:pt x="4379252" y="479993"/>
                    <a:pt x="4317973" y="483649"/>
                  </a:cubicBezTo>
                  <a:cubicBezTo>
                    <a:pt x="4267762" y="486741"/>
                    <a:pt x="4217264" y="488292"/>
                    <a:pt x="4166722" y="490602"/>
                  </a:cubicBezTo>
                  <a:cubicBezTo>
                    <a:pt x="4111394" y="493045"/>
                    <a:pt x="4067073" y="503124"/>
                    <a:pt x="4042814" y="530660"/>
                  </a:cubicBezTo>
                  <a:cubicBezTo>
                    <a:pt x="4034996" y="539407"/>
                    <a:pt x="4017001" y="545715"/>
                    <a:pt x="4002653" y="552594"/>
                  </a:cubicBezTo>
                  <a:cubicBezTo>
                    <a:pt x="3992459" y="557592"/>
                    <a:pt x="3979023" y="561086"/>
                    <a:pt x="3969549" y="566312"/>
                  </a:cubicBezTo>
                  <a:cubicBezTo>
                    <a:pt x="3919896" y="593854"/>
                    <a:pt x="3870968" y="621622"/>
                    <a:pt x="3821685" y="649183"/>
                  </a:cubicBezTo>
                  <a:cubicBezTo>
                    <a:pt x="3816761" y="651788"/>
                    <a:pt x="3811445" y="654943"/>
                    <a:pt x="3805138" y="655947"/>
                  </a:cubicBezTo>
                  <a:cubicBezTo>
                    <a:pt x="3739817" y="666451"/>
                    <a:pt x="3673801" y="676154"/>
                    <a:pt x="3609177" y="687459"/>
                  </a:cubicBezTo>
                  <a:cubicBezTo>
                    <a:pt x="3584288" y="691878"/>
                    <a:pt x="3558597" y="697589"/>
                    <a:pt x="3539727" y="706521"/>
                  </a:cubicBezTo>
                  <a:cubicBezTo>
                    <a:pt x="3496714" y="726780"/>
                    <a:pt x="3457268" y="749132"/>
                    <a:pt x="3396572" y="755681"/>
                  </a:cubicBezTo>
                  <a:cubicBezTo>
                    <a:pt x="3378807" y="757611"/>
                    <a:pt x="3357809" y="758036"/>
                    <a:pt x="3341054" y="754679"/>
                  </a:cubicBezTo>
                  <a:cubicBezTo>
                    <a:pt x="3272962" y="740809"/>
                    <a:pt x="3206471" y="724541"/>
                    <a:pt x="3138775" y="710120"/>
                  </a:cubicBezTo>
                  <a:cubicBezTo>
                    <a:pt x="3095820" y="701191"/>
                    <a:pt x="3056969" y="691141"/>
                    <a:pt x="3037283" y="666453"/>
                  </a:cubicBezTo>
                  <a:cubicBezTo>
                    <a:pt x="3031764" y="659487"/>
                    <a:pt x="3015626" y="651391"/>
                    <a:pt x="3002117" y="649347"/>
                  </a:cubicBezTo>
                  <a:cubicBezTo>
                    <a:pt x="2915220" y="636209"/>
                    <a:pt x="2829194" y="627503"/>
                    <a:pt x="2747294" y="652400"/>
                  </a:cubicBezTo>
                  <a:cubicBezTo>
                    <a:pt x="2730084" y="657794"/>
                    <a:pt x="2698519" y="656140"/>
                    <a:pt x="2676273" y="652304"/>
                  </a:cubicBezTo>
                  <a:cubicBezTo>
                    <a:pt x="2590546" y="637890"/>
                    <a:pt x="2508883" y="630176"/>
                    <a:pt x="2432360" y="657836"/>
                  </a:cubicBezTo>
                  <a:cubicBezTo>
                    <a:pt x="2423352" y="661179"/>
                    <a:pt x="2395274" y="656272"/>
                    <a:pt x="2382311" y="650824"/>
                  </a:cubicBezTo>
                  <a:cubicBezTo>
                    <a:pt x="2257393" y="597728"/>
                    <a:pt x="2187724" y="592930"/>
                    <a:pt x="2055134" y="630053"/>
                  </a:cubicBezTo>
                  <a:cubicBezTo>
                    <a:pt x="2046542" y="632464"/>
                    <a:pt x="2035364" y="635121"/>
                    <a:pt x="2031829" y="639324"/>
                  </a:cubicBezTo>
                  <a:cubicBezTo>
                    <a:pt x="2007977" y="666120"/>
                    <a:pt x="1960229" y="664380"/>
                    <a:pt x="1912764" y="664183"/>
                  </a:cubicBezTo>
                  <a:cubicBezTo>
                    <a:pt x="1860521" y="663924"/>
                    <a:pt x="1808236" y="664426"/>
                    <a:pt x="1755637" y="663960"/>
                  </a:cubicBezTo>
                  <a:cubicBezTo>
                    <a:pt x="1746439" y="663859"/>
                    <a:pt x="1736243" y="661799"/>
                    <a:pt x="1727159" y="659605"/>
                  </a:cubicBezTo>
                  <a:cubicBezTo>
                    <a:pt x="1692256" y="651480"/>
                    <a:pt x="1658604" y="640559"/>
                    <a:pt x="1622470" y="634850"/>
                  </a:cubicBezTo>
                  <a:cubicBezTo>
                    <a:pt x="1544362" y="622552"/>
                    <a:pt x="1469248" y="602210"/>
                    <a:pt x="1385955" y="604522"/>
                  </a:cubicBezTo>
                  <a:cubicBezTo>
                    <a:pt x="1371585" y="604913"/>
                    <a:pt x="1355357" y="598530"/>
                    <a:pt x="1340055" y="595629"/>
                  </a:cubicBezTo>
                  <a:cubicBezTo>
                    <a:pt x="1312351" y="590552"/>
                    <a:pt x="1285460" y="583993"/>
                    <a:pt x="1257271" y="581180"/>
                  </a:cubicBezTo>
                  <a:cubicBezTo>
                    <a:pt x="1182583" y="573830"/>
                    <a:pt x="1107142" y="566824"/>
                    <a:pt x="1031914" y="562692"/>
                  </a:cubicBezTo>
                  <a:cubicBezTo>
                    <a:pt x="995593" y="560597"/>
                    <a:pt x="958880" y="565923"/>
                    <a:pt x="922031" y="566853"/>
                  </a:cubicBezTo>
                  <a:cubicBezTo>
                    <a:pt x="905446" y="567320"/>
                    <a:pt x="878533" y="568199"/>
                    <a:pt x="873250" y="563724"/>
                  </a:cubicBezTo>
                  <a:cubicBezTo>
                    <a:pt x="832343" y="529722"/>
                    <a:pt x="772202" y="532674"/>
                    <a:pt x="711627" y="529880"/>
                  </a:cubicBezTo>
                  <a:cubicBezTo>
                    <a:pt x="577999" y="523641"/>
                    <a:pt x="447408" y="543696"/>
                    <a:pt x="311112" y="525106"/>
                  </a:cubicBezTo>
                  <a:cubicBezTo>
                    <a:pt x="271645" y="519795"/>
                    <a:pt x="226936" y="530235"/>
                    <a:pt x="184145" y="532188"/>
                  </a:cubicBezTo>
                  <a:cubicBezTo>
                    <a:pt x="162015" y="533128"/>
                    <a:pt x="137665" y="534333"/>
                    <a:pt x="116886" y="530572"/>
                  </a:cubicBezTo>
                  <a:cubicBezTo>
                    <a:pt x="84810" y="524693"/>
                    <a:pt x="54011" y="515448"/>
                    <a:pt x="23941" y="506433"/>
                  </a:cubicBezTo>
                  <a:lnTo>
                    <a:pt x="0" y="502149"/>
                  </a:lnTo>
                  <a:close/>
                </a:path>
              </a:pathLst>
            </a:custGeom>
            <a:solidFill>
              <a:srgbClr val="FFFFFF"/>
            </a:solidFill>
            <a:ln w="12700" cap="flat" cmpd="sng" algn="ctr">
              <a:noFill/>
              <a:prstDash val="solid"/>
              <a:miter lim="800000"/>
            </a:ln>
            <a:effectLst>
              <a:outerShdw blurRad="381000" dist="152400" dir="5400000" algn="t" rotWithShape="0">
                <a:prstClr val="black">
                  <a:alpha val="10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30" name="Freeform: Shape 29">
              <a:extLst>
                <a:ext uri="{FF2B5EF4-FFF2-40B4-BE49-F238E27FC236}">
                  <a16:creationId xmlns:a16="http://schemas.microsoft.com/office/drawing/2014/main" id="{9D38D133-BB29-4B7D-AFB2-7D132F45AD5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0" y="2959818"/>
              <a:ext cx="12192000" cy="757168"/>
            </a:xfrm>
            <a:custGeom>
              <a:avLst/>
              <a:gdLst>
                <a:gd name="connsiteX0" fmla="*/ 0 w 12192000"/>
                <a:gd name="connsiteY0" fmla="*/ 0 h 757168"/>
                <a:gd name="connsiteX1" fmla="*/ 41653 w 12192000"/>
                <a:gd name="connsiteY1" fmla="*/ 6945 h 757168"/>
                <a:gd name="connsiteX2" fmla="*/ 81317 w 12192000"/>
                <a:gd name="connsiteY2" fmla="*/ 15509 h 757168"/>
                <a:gd name="connsiteX3" fmla="*/ 114150 w 12192000"/>
                <a:gd name="connsiteY3" fmla="*/ 28105 h 757168"/>
                <a:gd name="connsiteX4" fmla="*/ 214865 w 12192000"/>
                <a:gd name="connsiteY4" fmla="*/ 58374 h 757168"/>
                <a:gd name="connsiteX5" fmla="*/ 299237 w 12192000"/>
                <a:gd name="connsiteY5" fmla="*/ 63560 h 757168"/>
                <a:gd name="connsiteX6" fmla="*/ 415570 w 12192000"/>
                <a:gd name="connsiteY6" fmla="*/ 83774 h 757168"/>
                <a:gd name="connsiteX7" fmla="*/ 633210 w 12192000"/>
                <a:gd name="connsiteY7" fmla="*/ 109108 h 757168"/>
                <a:gd name="connsiteX8" fmla="*/ 677567 w 12192000"/>
                <a:gd name="connsiteY8" fmla="*/ 119446 h 757168"/>
                <a:gd name="connsiteX9" fmla="*/ 946429 w 12192000"/>
                <a:gd name="connsiteY9" fmla="*/ 171502 h 757168"/>
                <a:gd name="connsiteX10" fmla="*/ 1163367 w 12192000"/>
                <a:gd name="connsiteY10" fmla="*/ 182106 h 757168"/>
                <a:gd name="connsiteX11" fmla="*/ 1180337 w 12192000"/>
                <a:gd name="connsiteY11" fmla="*/ 181279 h 757168"/>
                <a:gd name="connsiteX12" fmla="*/ 1263939 w 12192000"/>
                <a:gd name="connsiteY12" fmla="*/ 173070 h 757168"/>
                <a:gd name="connsiteX13" fmla="*/ 1392213 w 12192000"/>
                <a:gd name="connsiteY13" fmla="*/ 183225 h 757168"/>
                <a:gd name="connsiteX14" fmla="*/ 1479752 w 12192000"/>
                <a:gd name="connsiteY14" fmla="*/ 205174 h 757168"/>
                <a:gd name="connsiteX15" fmla="*/ 1589813 w 12192000"/>
                <a:gd name="connsiteY15" fmla="*/ 211706 h 757168"/>
                <a:gd name="connsiteX16" fmla="*/ 1716264 w 12192000"/>
                <a:gd name="connsiteY16" fmla="*/ 207459 h 757168"/>
                <a:gd name="connsiteX17" fmla="*/ 1772900 w 12192000"/>
                <a:gd name="connsiteY17" fmla="*/ 208137 h 757168"/>
                <a:gd name="connsiteX18" fmla="*/ 1929319 w 12192000"/>
                <a:gd name="connsiteY18" fmla="*/ 193822 h 757168"/>
                <a:gd name="connsiteX19" fmla="*/ 2021514 w 12192000"/>
                <a:gd name="connsiteY19" fmla="*/ 204186 h 757168"/>
                <a:gd name="connsiteX20" fmla="*/ 2111753 w 12192000"/>
                <a:gd name="connsiteY20" fmla="*/ 223797 h 757168"/>
                <a:gd name="connsiteX21" fmla="*/ 2169356 w 12192000"/>
                <a:gd name="connsiteY21" fmla="*/ 241125 h 757168"/>
                <a:gd name="connsiteX22" fmla="*/ 2286638 w 12192000"/>
                <a:gd name="connsiteY22" fmla="*/ 257382 h 757168"/>
                <a:gd name="connsiteX23" fmla="*/ 2308368 w 12192000"/>
                <a:gd name="connsiteY23" fmla="*/ 256995 h 757168"/>
                <a:gd name="connsiteX24" fmla="*/ 2660621 w 12192000"/>
                <a:gd name="connsiteY24" fmla="*/ 262863 h 757168"/>
                <a:gd name="connsiteX25" fmla="*/ 2801134 w 12192000"/>
                <a:gd name="connsiteY25" fmla="*/ 250006 h 757168"/>
                <a:gd name="connsiteX26" fmla="*/ 2830994 w 12192000"/>
                <a:gd name="connsiteY26" fmla="*/ 249091 h 757168"/>
                <a:gd name="connsiteX27" fmla="*/ 3129084 w 12192000"/>
                <a:gd name="connsiteY27" fmla="*/ 242009 h 757168"/>
                <a:gd name="connsiteX28" fmla="*/ 3162162 w 12192000"/>
                <a:gd name="connsiteY28" fmla="*/ 242789 h 757168"/>
                <a:gd name="connsiteX29" fmla="*/ 3254072 w 12192000"/>
                <a:gd name="connsiteY29" fmla="*/ 251612 h 757168"/>
                <a:gd name="connsiteX30" fmla="*/ 3473491 w 12192000"/>
                <a:gd name="connsiteY30" fmla="*/ 221903 h 757168"/>
                <a:gd name="connsiteX31" fmla="*/ 3691860 w 12192000"/>
                <a:gd name="connsiteY31" fmla="*/ 219228 h 757168"/>
                <a:gd name="connsiteX32" fmla="*/ 3811494 w 12192000"/>
                <a:gd name="connsiteY32" fmla="*/ 225691 h 757168"/>
                <a:gd name="connsiteX33" fmla="*/ 3897533 w 12192000"/>
                <a:gd name="connsiteY33" fmla="*/ 220087 h 757168"/>
                <a:gd name="connsiteX34" fmla="*/ 4109430 w 12192000"/>
                <a:gd name="connsiteY34" fmla="*/ 200477 h 757168"/>
                <a:gd name="connsiteX35" fmla="*/ 4208772 w 12192000"/>
                <a:gd name="connsiteY35" fmla="*/ 200914 h 757168"/>
                <a:gd name="connsiteX36" fmla="*/ 4314641 w 12192000"/>
                <a:gd name="connsiteY36" fmla="*/ 196159 h 757168"/>
                <a:gd name="connsiteX37" fmla="*/ 4577622 w 12192000"/>
                <a:gd name="connsiteY37" fmla="*/ 163774 h 757168"/>
                <a:gd name="connsiteX38" fmla="*/ 4790345 w 12192000"/>
                <a:gd name="connsiteY38" fmla="*/ 177592 h 757168"/>
                <a:gd name="connsiteX39" fmla="*/ 4926164 w 12192000"/>
                <a:gd name="connsiteY39" fmla="*/ 184139 h 757168"/>
                <a:gd name="connsiteX40" fmla="*/ 5088812 w 12192000"/>
                <a:gd name="connsiteY40" fmla="*/ 177401 h 757168"/>
                <a:gd name="connsiteX41" fmla="*/ 5222466 w 12192000"/>
                <a:gd name="connsiteY41" fmla="*/ 162082 h 757168"/>
                <a:gd name="connsiteX42" fmla="*/ 5406528 w 12192000"/>
                <a:gd name="connsiteY42" fmla="*/ 153987 h 757168"/>
                <a:gd name="connsiteX43" fmla="*/ 5590716 w 12192000"/>
                <a:gd name="connsiteY43" fmla="*/ 129490 h 757168"/>
                <a:gd name="connsiteX44" fmla="*/ 5719429 w 12192000"/>
                <a:gd name="connsiteY44" fmla="*/ 110099 h 757168"/>
                <a:gd name="connsiteX45" fmla="*/ 5897895 w 12192000"/>
                <a:gd name="connsiteY45" fmla="*/ 96368 h 757168"/>
                <a:gd name="connsiteX46" fmla="*/ 6169957 w 12192000"/>
                <a:gd name="connsiteY46" fmla="*/ 94411 h 757168"/>
                <a:gd name="connsiteX47" fmla="*/ 6294827 w 12192000"/>
                <a:gd name="connsiteY47" fmla="*/ 99236 h 757168"/>
                <a:gd name="connsiteX48" fmla="*/ 6494261 w 12192000"/>
                <a:gd name="connsiteY48" fmla="*/ 71724 h 757168"/>
                <a:gd name="connsiteX49" fmla="*/ 6579627 w 12192000"/>
                <a:gd name="connsiteY49" fmla="*/ 57883 h 757168"/>
                <a:gd name="connsiteX50" fmla="*/ 6654800 w 12192000"/>
                <a:gd name="connsiteY50" fmla="*/ 77086 h 757168"/>
                <a:gd name="connsiteX51" fmla="*/ 6703059 w 12192000"/>
                <a:gd name="connsiteY51" fmla="*/ 97166 h 757168"/>
                <a:gd name="connsiteX52" fmla="*/ 6859445 w 12192000"/>
                <a:gd name="connsiteY52" fmla="*/ 90481 h 757168"/>
                <a:gd name="connsiteX53" fmla="*/ 7025414 w 12192000"/>
                <a:gd name="connsiteY53" fmla="*/ 83536 h 757168"/>
                <a:gd name="connsiteX54" fmla="*/ 7144137 w 12192000"/>
                <a:gd name="connsiteY54" fmla="*/ 79264 h 757168"/>
                <a:gd name="connsiteX55" fmla="*/ 7291235 w 12192000"/>
                <a:gd name="connsiteY55" fmla="*/ 95367 h 757168"/>
                <a:gd name="connsiteX56" fmla="*/ 7407395 w 12192000"/>
                <a:gd name="connsiteY56" fmla="*/ 104888 h 757168"/>
                <a:gd name="connsiteX57" fmla="*/ 7500837 w 12192000"/>
                <a:gd name="connsiteY57" fmla="*/ 119515 h 757168"/>
                <a:gd name="connsiteX58" fmla="*/ 7533567 w 12192000"/>
                <a:gd name="connsiteY58" fmla="*/ 126955 h 757168"/>
                <a:gd name="connsiteX59" fmla="*/ 7792910 w 12192000"/>
                <a:gd name="connsiteY59" fmla="*/ 185188 h 757168"/>
                <a:gd name="connsiteX60" fmla="*/ 8070699 w 12192000"/>
                <a:gd name="connsiteY60" fmla="*/ 235423 h 757168"/>
                <a:gd name="connsiteX61" fmla="*/ 8253177 w 12192000"/>
                <a:gd name="connsiteY61" fmla="*/ 222473 h 757168"/>
                <a:gd name="connsiteX62" fmla="*/ 8320683 w 12192000"/>
                <a:gd name="connsiteY62" fmla="*/ 226393 h 757168"/>
                <a:gd name="connsiteX63" fmla="*/ 8631438 w 12192000"/>
                <a:gd name="connsiteY63" fmla="*/ 237528 h 757168"/>
                <a:gd name="connsiteX64" fmla="*/ 8686410 w 12192000"/>
                <a:gd name="connsiteY64" fmla="*/ 234877 h 757168"/>
                <a:gd name="connsiteX65" fmla="*/ 8980658 w 12192000"/>
                <a:gd name="connsiteY65" fmla="*/ 273001 h 757168"/>
                <a:gd name="connsiteX66" fmla="*/ 9087625 w 12192000"/>
                <a:gd name="connsiteY66" fmla="*/ 282423 h 757168"/>
                <a:gd name="connsiteX67" fmla="*/ 9186017 w 12192000"/>
                <a:gd name="connsiteY67" fmla="*/ 293875 h 757168"/>
                <a:gd name="connsiteX68" fmla="*/ 9323931 w 12192000"/>
                <a:gd name="connsiteY68" fmla="*/ 302628 h 757168"/>
                <a:gd name="connsiteX69" fmla="*/ 9467213 w 12192000"/>
                <a:gd name="connsiteY69" fmla="*/ 307275 h 757168"/>
                <a:gd name="connsiteX70" fmla="*/ 9626826 w 12192000"/>
                <a:gd name="connsiteY70" fmla="*/ 316213 h 757168"/>
                <a:gd name="connsiteX71" fmla="*/ 9689696 w 12192000"/>
                <a:gd name="connsiteY71" fmla="*/ 324467 h 757168"/>
                <a:gd name="connsiteX72" fmla="*/ 9860526 w 12192000"/>
                <a:gd name="connsiteY72" fmla="*/ 329986 h 757168"/>
                <a:gd name="connsiteX73" fmla="*/ 9949775 w 12192000"/>
                <a:gd name="connsiteY73" fmla="*/ 340386 h 757168"/>
                <a:gd name="connsiteX74" fmla="*/ 10097252 w 12192000"/>
                <a:gd name="connsiteY74" fmla="*/ 349262 h 757168"/>
                <a:gd name="connsiteX75" fmla="*/ 10145261 w 12192000"/>
                <a:gd name="connsiteY75" fmla="*/ 353113 h 757168"/>
                <a:gd name="connsiteX76" fmla="*/ 10188159 w 12192000"/>
                <a:gd name="connsiteY76" fmla="*/ 356124 h 757168"/>
                <a:gd name="connsiteX77" fmla="*/ 10336144 w 12192000"/>
                <a:gd name="connsiteY77" fmla="*/ 348235 h 757168"/>
                <a:gd name="connsiteX78" fmla="*/ 10466847 w 12192000"/>
                <a:gd name="connsiteY78" fmla="*/ 354131 h 757168"/>
                <a:gd name="connsiteX79" fmla="*/ 10696514 w 12192000"/>
                <a:gd name="connsiteY79" fmla="*/ 353575 h 757168"/>
                <a:gd name="connsiteX80" fmla="*/ 10746932 w 12192000"/>
                <a:gd name="connsiteY80" fmla="*/ 360606 h 757168"/>
                <a:gd name="connsiteX81" fmla="*/ 10905388 w 12192000"/>
                <a:gd name="connsiteY81" fmla="*/ 370627 h 757168"/>
                <a:gd name="connsiteX82" fmla="*/ 10995602 w 12192000"/>
                <a:gd name="connsiteY82" fmla="*/ 376691 h 757168"/>
                <a:gd name="connsiteX83" fmla="*/ 11107647 w 12192000"/>
                <a:gd name="connsiteY83" fmla="*/ 373405 h 757168"/>
                <a:gd name="connsiteX84" fmla="*/ 11302440 w 12192000"/>
                <a:gd name="connsiteY84" fmla="*/ 364156 h 757168"/>
                <a:gd name="connsiteX85" fmla="*/ 11353613 w 12192000"/>
                <a:gd name="connsiteY85" fmla="*/ 363785 h 757168"/>
                <a:gd name="connsiteX86" fmla="*/ 11447323 w 12192000"/>
                <a:gd name="connsiteY86" fmla="*/ 359346 h 757168"/>
                <a:gd name="connsiteX87" fmla="*/ 11464292 w 12192000"/>
                <a:gd name="connsiteY87" fmla="*/ 358519 h 757168"/>
                <a:gd name="connsiteX88" fmla="*/ 11607560 w 12192000"/>
                <a:gd name="connsiteY88" fmla="*/ 342370 h 757168"/>
                <a:gd name="connsiteX89" fmla="*/ 11681426 w 12192000"/>
                <a:gd name="connsiteY89" fmla="*/ 344335 h 757168"/>
                <a:gd name="connsiteX90" fmla="*/ 11893565 w 12192000"/>
                <a:gd name="connsiteY90" fmla="*/ 355261 h 757168"/>
                <a:gd name="connsiteX91" fmla="*/ 11983290 w 12192000"/>
                <a:gd name="connsiteY91" fmla="*/ 363588 h 757168"/>
                <a:gd name="connsiteX92" fmla="*/ 12192000 w 12192000"/>
                <a:gd name="connsiteY92" fmla="*/ 388018 h 757168"/>
                <a:gd name="connsiteX93" fmla="*/ 12192000 w 12192000"/>
                <a:gd name="connsiteY93" fmla="*/ 577115 h 757168"/>
                <a:gd name="connsiteX94" fmla="*/ 12157329 w 12192000"/>
                <a:gd name="connsiteY94" fmla="*/ 588862 h 757168"/>
                <a:gd name="connsiteX95" fmla="*/ 12066948 w 12192000"/>
                <a:gd name="connsiteY95" fmla="*/ 586034 h 757168"/>
                <a:gd name="connsiteX96" fmla="*/ 11911344 w 12192000"/>
                <a:gd name="connsiteY96" fmla="*/ 521599 h 757168"/>
                <a:gd name="connsiteX97" fmla="*/ 11847823 w 12192000"/>
                <a:gd name="connsiteY97" fmla="*/ 511785 h 757168"/>
                <a:gd name="connsiteX98" fmla="*/ 11737547 w 12192000"/>
                <a:gd name="connsiteY98" fmla="*/ 502380 h 757168"/>
                <a:gd name="connsiteX99" fmla="*/ 11636052 w 12192000"/>
                <a:gd name="connsiteY99" fmla="*/ 514993 h 757168"/>
                <a:gd name="connsiteX100" fmla="*/ 11394706 w 12192000"/>
                <a:gd name="connsiteY100" fmla="*/ 590867 h 757168"/>
                <a:gd name="connsiteX101" fmla="*/ 11354978 w 12192000"/>
                <a:gd name="connsiteY101" fmla="*/ 597561 h 757168"/>
                <a:gd name="connsiteX102" fmla="*/ 11285306 w 12192000"/>
                <a:gd name="connsiteY102" fmla="*/ 599825 h 757168"/>
                <a:gd name="connsiteX103" fmla="*/ 11008528 w 12192000"/>
                <a:gd name="connsiteY103" fmla="*/ 656670 h 757168"/>
                <a:gd name="connsiteX104" fmla="*/ 10948735 w 12192000"/>
                <a:gd name="connsiteY104" fmla="*/ 652964 h 757168"/>
                <a:gd name="connsiteX105" fmla="*/ 10850698 w 12192000"/>
                <a:gd name="connsiteY105" fmla="*/ 641721 h 757168"/>
                <a:gd name="connsiteX106" fmla="*/ 10744026 w 12192000"/>
                <a:gd name="connsiteY106" fmla="*/ 647769 h 757168"/>
                <a:gd name="connsiteX107" fmla="*/ 10666160 w 12192000"/>
                <a:gd name="connsiteY107" fmla="*/ 651891 h 757168"/>
                <a:gd name="connsiteX108" fmla="*/ 10450521 w 12192000"/>
                <a:gd name="connsiteY108" fmla="*/ 616552 h 757168"/>
                <a:gd name="connsiteX109" fmla="*/ 10271192 w 12192000"/>
                <a:gd name="connsiteY109" fmla="*/ 583498 h 757168"/>
                <a:gd name="connsiteX110" fmla="*/ 10246067 w 12192000"/>
                <a:gd name="connsiteY110" fmla="*/ 585423 h 757168"/>
                <a:gd name="connsiteX111" fmla="*/ 10005027 w 12192000"/>
                <a:gd name="connsiteY111" fmla="*/ 592252 h 757168"/>
                <a:gd name="connsiteX112" fmla="*/ 9898681 w 12192000"/>
                <a:gd name="connsiteY112" fmla="*/ 613195 h 757168"/>
                <a:gd name="connsiteX113" fmla="*/ 9753225 w 12192000"/>
                <a:gd name="connsiteY113" fmla="*/ 629038 h 757168"/>
                <a:gd name="connsiteX114" fmla="*/ 9591376 w 12192000"/>
                <a:gd name="connsiteY114" fmla="*/ 648601 h 757168"/>
                <a:gd name="connsiteX115" fmla="*/ 9472860 w 12192000"/>
                <a:gd name="connsiteY115" fmla="*/ 655936 h 757168"/>
                <a:gd name="connsiteX116" fmla="*/ 9299788 w 12192000"/>
                <a:gd name="connsiteY116" fmla="*/ 636945 h 757168"/>
                <a:gd name="connsiteX117" fmla="*/ 9264605 w 12192000"/>
                <a:gd name="connsiteY117" fmla="*/ 627087 h 757168"/>
                <a:gd name="connsiteX118" fmla="*/ 8926435 w 12192000"/>
                <a:gd name="connsiteY118" fmla="*/ 549269 h 757168"/>
                <a:gd name="connsiteX119" fmla="*/ 8698934 w 12192000"/>
                <a:gd name="connsiteY119" fmla="*/ 536583 h 757168"/>
                <a:gd name="connsiteX120" fmla="*/ 8622862 w 12192000"/>
                <a:gd name="connsiteY120" fmla="*/ 541563 h 757168"/>
                <a:gd name="connsiteX121" fmla="*/ 8482784 w 12192000"/>
                <a:gd name="connsiteY121" fmla="*/ 574094 h 757168"/>
                <a:gd name="connsiteX122" fmla="*/ 8421565 w 12192000"/>
                <a:gd name="connsiteY122" fmla="*/ 576610 h 757168"/>
                <a:gd name="connsiteX123" fmla="*/ 8313469 w 12192000"/>
                <a:gd name="connsiteY123" fmla="*/ 574762 h 757168"/>
                <a:gd name="connsiteX124" fmla="*/ 8079520 w 12192000"/>
                <a:gd name="connsiteY124" fmla="*/ 558685 h 757168"/>
                <a:gd name="connsiteX125" fmla="*/ 7773327 w 12192000"/>
                <a:gd name="connsiteY125" fmla="*/ 558854 h 757168"/>
                <a:gd name="connsiteX126" fmla="*/ 7652477 w 12192000"/>
                <a:gd name="connsiteY126" fmla="*/ 547561 h 757168"/>
                <a:gd name="connsiteX127" fmla="*/ 7522274 w 12192000"/>
                <a:gd name="connsiteY127" fmla="*/ 532150 h 757168"/>
                <a:gd name="connsiteX128" fmla="*/ 7484080 w 12192000"/>
                <a:gd name="connsiteY128" fmla="*/ 530532 h 757168"/>
                <a:gd name="connsiteX129" fmla="*/ 7282277 w 12192000"/>
                <a:gd name="connsiteY129" fmla="*/ 540177 h 757168"/>
                <a:gd name="connsiteX130" fmla="*/ 7235690 w 12192000"/>
                <a:gd name="connsiteY130" fmla="*/ 551282 h 757168"/>
                <a:gd name="connsiteX131" fmla="*/ 7116339 w 12192000"/>
                <a:gd name="connsiteY131" fmla="*/ 539494 h 757168"/>
                <a:gd name="connsiteX132" fmla="*/ 7011067 w 12192000"/>
                <a:gd name="connsiteY132" fmla="*/ 511848 h 757168"/>
                <a:gd name="connsiteX133" fmla="*/ 6403234 w 12192000"/>
                <a:gd name="connsiteY133" fmla="*/ 432296 h 757168"/>
                <a:gd name="connsiteX134" fmla="*/ 6036273 w 12192000"/>
                <a:gd name="connsiteY134" fmla="*/ 412301 h 757168"/>
                <a:gd name="connsiteX135" fmla="*/ 5780467 w 12192000"/>
                <a:gd name="connsiteY135" fmla="*/ 377910 h 757168"/>
                <a:gd name="connsiteX136" fmla="*/ 5739051 w 12192000"/>
                <a:gd name="connsiteY136" fmla="*/ 353609 h 757168"/>
                <a:gd name="connsiteX137" fmla="*/ 5583566 w 12192000"/>
                <a:gd name="connsiteY137" fmla="*/ 321995 h 757168"/>
                <a:gd name="connsiteX138" fmla="*/ 5432030 w 12192000"/>
                <a:gd name="connsiteY138" fmla="*/ 362512 h 757168"/>
                <a:gd name="connsiteX139" fmla="*/ 5241398 w 12192000"/>
                <a:gd name="connsiteY139" fmla="*/ 425781 h 757168"/>
                <a:gd name="connsiteX140" fmla="*/ 5139710 w 12192000"/>
                <a:gd name="connsiteY140" fmla="*/ 421022 h 757168"/>
                <a:gd name="connsiteX141" fmla="*/ 4929402 w 12192000"/>
                <a:gd name="connsiteY141" fmla="*/ 424310 h 757168"/>
                <a:gd name="connsiteX142" fmla="*/ 4782793 w 12192000"/>
                <a:gd name="connsiteY142" fmla="*/ 441046 h 757168"/>
                <a:gd name="connsiteX143" fmla="*/ 4577594 w 12192000"/>
                <a:gd name="connsiteY143" fmla="*/ 459290 h 757168"/>
                <a:gd name="connsiteX144" fmla="*/ 4500826 w 12192000"/>
                <a:gd name="connsiteY144" fmla="*/ 470529 h 757168"/>
                <a:gd name="connsiteX145" fmla="*/ 4317973 w 12192000"/>
                <a:gd name="connsiteY145" fmla="*/ 483649 h 757168"/>
                <a:gd name="connsiteX146" fmla="*/ 4166722 w 12192000"/>
                <a:gd name="connsiteY146" fmla="*/ 490602 h 757168"/>
                <a:gd name="connsiteX147" fmla="*/ 4042814 w 12192000"/>
                <a:gd name="connsiteY147" fmla="*/ 530660 h 757168"/>
                <a:gd name="connsiteX148" fmla="*/ 4002653 w 12192000"/>
                <a:gd name="connsiteY148" fmla="*/ 552594 h 757168"/>
                <a:gd name="connsiteX149" fmla="*/ 3969549 w 12192000"/>
                <a:gd name="connsiteY149" fmla="*/ 566312 h 757168"/>
                <a:gd name="connsiteX150" fmla="*/ 3821685 w 12192000"/>
                <a:gd name="connsiteY150" fmla="*/ 649183 h 757168"/>
                <a:gd name="connsiteX151" fmla="*/ 3805138 w 12192000"/>
                <a:gd name="connsiteY151" fmla="*/ 655947 h 757168"/>
                <a:gd name="connsiteX152" fmla="*/ 3609177 w 12192000"/>
                <a:gd name="connsiteY152" fmla="*/ 687459 h 757168"/>
                <a:gd name="connsiteX153" fmla="*/ 3539727 w 12192000"/>
                <a:gd name="connsiteY153" fmla="*/ 706521 h 757168"/>
                <a:gd name="connsiteX154" fmla="*/ 3396572 w 12192000"/>
                <a:gd name="connsiteY154" fmla="*/ 755681 h 757168"/>
                <a:gd name="connsiteX155" fmla="*/ 3341054 w 12192000"/>
                <a:gd name="connsiteY155" fmla="*/ 754679 h 757168"/>
                <a:gd name="connsiteX156" fmla="*/ 3138775 w 12192000"/>
                <a:gd name="connsiteY156" fmla="*/ 710120 h 757168"/>
                <a:gd name="connsiteX157" fmla="*/ 3037283 w 12192000"/>
                <a:gd name="connsiteY157" fmla="*/ 666453 h 757168"/>
                <a:gd name="connsiteX158" fmla="*/ 3002117 w 12192000"/>
                <a:gd name="connsiteY158" fmla="*/ 649347 h 757168"/>
                <a:gd name="connsiteX159" fmla="*/ 2747294 w 12192000"/>
                <a:gd name="connsiteY159" fmla="*/ 652400 h 757168"/>
                <a:gd name="connsiteX160" fmla="*/ 2676273 w 12192000"/>
                <a:gd name="connsiteY160" fmla="*/ 652304 h 757168"/>
                <a:gd name="connsiteX161" fmla="*/ 2432360 w 12192000"/>
                <a:gd name="connsiteY161" fmla="*/ 657836 h 757168"/>
                <a:gd name="connsiteX162" fmla="*/ 2382311 w 12192000"/>
                <a:gd name="connsiteY162" fmla="*/ 650824 h 757168"/>
                <a:gd name="connsiteX163" fmla="*/ 2055134 w 12192000"/>
                <a:gd name="connsiteY163" fmla="*/ 630053 h 757168"/>
                <a:gd name="connsiteX164" fmla="*/ 2031829 w 12192000"/>
                <a:gd name="connsiteY164" fmla="*/ 639324 h 757168"/>
                <a:gd name="connsiteX165" fmla="*/ 1912764 w 12192000"/>
                <a:gd name="connsiteY165" fmla="*/ 664183 h 757168"/>
                <a:gd name="connsiteX166" fmla="*/ 1755637 w 12192000"/>
                <a:gd name="connsiteY166" fmla="*/ 663960 h 757168"/>
                <a:gd name="connsiteX167" fmla="*/ 1727159 w 12192000"/>
                <a:gd name="connsiteY167" fmla="*/ 659605 h 757168"/>
                <a:gd name="connsiteX168" fmla="*/ 1622470 w 12192000"/>
                <a:gd name="connsiteY168" fmla="*/ 634850 h 757168"/>
                <a:gd name="connsiteX169" fmla="*/ 1385955 w 12192000"/>
                <a:gd name="connsiteY169" fmla="*/ 604522 h 757168"/>
                <a:gd name="connsiteX170" fmla="*/ 1340055 w 12192000"/>
                <a:gd name="connsiteY170" fmla="*/ 595629 h 757168"/>
                <a:gd name="connsiteX171" fmla="*/ 1257271 w 12192000"/>
                <a:gd name="connsiteY171" fmla="*/ 581180 h 757168"/>
                <a:gd name="connsiteX172" fmla="*/ 1031914 w 12192000"/>
                <a:gd name="connsiteY172" fmla="*/ 562692 h 757168"/>
                <a:gd name="connsiteX173" fmla="*/ 922031 w 12192000"/>
                <a:gd name="connsiteY173" fmla="*/ 566853 h 757168"/>
                <a:gd name="connsiteX174" fmla="*/ 873250 w 12192000"/>
                <a:gd name="connsiteY174" fmla="*/ 563724 h 757168"/>
                <a:gd name="connsiteX175" fmla="*/ 711627 w 12192000"/>
                <a:gd name="connsiteY175" fmla="*/ 529880 h 757168"/>
                <a:gd name="connsiteX176" fmla="*/ 311112 w 12192000"/>
                <a:gd name="connsiteY176" fmla="*/ 525106 h 757168"/>
                <a:gd name="connsiteX177" fmla="*/ 184145 w 12192000"/>
                <a:gd name="connsiteY177" fmla="*/ 532188 h 757168"/>
                <a:gd name="connsiteX178" fmla="*/ 116886 w 12192000"/>
                <a:gd name="connsiteY178" fmla="*/ 530572 h 757168"/>
                <a:gd name="connsiteX179" fmla="*/ 23941 w 12192000"/>
                <a:gd name="connsiteY179" fmla="*/ 506433 h 757168"/>
                <a:gd name="connsiteX180" fmla="*/ 0 w 12192000"/>
                <a:gd name="connsiteY180" fmla="*/ 502149 h 7571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</a:cxnLst>
              <a:rect l="l" t="t" r="r" b="b"/>
              <a:pathLst>
                <a:path w="12192000" h="757168">
                  <a:moveTo>
                    <a:pt x="0" y="0"/>
                  </a:moveTo>
                  <a:lnTo>
                    <a:pt x="41653" y="6945"/>
                  </a:lnTo>
                  <a:cubicBezTo>
                    <a:pt x="55151" y="9178"/>
                    <a:pt x="68996" y="11810"/>
                    <a:pt x="81317" y="15509"/>
                  </a:cubicBezTo>
                  <a:cubicBezTo>
                    <a:pt x="92911" y="18978"/>
                    <a:pt x="102562" y="24446"/>
                    <a:pt x="114150" y="28105"/>
                  </a:cubicBezTo>
                  <a:cubicBezTo>
                    <a:pt x="145644" y="37958"/>
                    <a:pt x="177914" y="47281"/>
                    <a:pt x="214865" y="58374"/>
                  </a:cubicBezTo>
                  <a:cubicBezTo>
                    <a:pt x="236680" y="42349"/>
                    <a:pt x="264438" y="53534"/>
                    <a:pt x="299237" y="63560"/>
                  </a:cubicBezTo>
                  <a:cubicBezTo>
                    <a:pt x="334763" y="73816"/>
                    <a:pt x="376093" y="78654"/>
                    <a:pt x="415570" y="83774"/>
                  </a:cubicBezTo>
                  <a:cubicBezTo>
                    <a:pt x="487949" y="93100"/>
                    <a:pt x="560804" y="100354"/>
                    <a:pt x="633210" y="109108"/>
                  </a:cubicBezTo>
                  <a:cubicBezTo>
                    <a:pt x="648566" y="111058"/>
                    <a:pt x="666073" y="114072"/>
                    <a:pt x="677567" y="119446"/>
                  </a:cubicBezTo>
                  <a:cubicBezTo>
                    <a:pt x="756262" y="155621"/>
                    <a:pt x="853422" y="169678"/>
                    <a:pt x="946429" y="171502"/>
                  </a:cubicBezTo>
                  <a:cubicBezTo>
                    <a:pt x="1019582" y="173044"/>
                    <a:pt x="1091239" y="175083"/>
                    <a:pt x="1163367" y="182106"/>
                  </a:cubicBezTo>
                  <a:cubicBezTo>
                    <a:pt x="1168863" y="182586"/>
                    <a:pt x="1176224" y="182589"/>
                    <a:pt x="1180337" y="181279"/>
                  </a:cubicBezTo>
                  <a:cubicBezTo>
                    <a:pt x="1205822" y="172503"/>
                    <a:pt x="1231920" y="173109"/>
                    <a:pt x="1263939" y="173070"/>
                  </a:cubicBezTo>
                  <a:cubicBezTo>
                    <a:pt x="1309211" y="172961"/>
                    <a:pt x="1350592" y="176848"/>
                    <a:pt x="1392213" y="183225"/>
                  </a:cubicBezTo>
                  <a:cubicBezTo>
                    <a:pt x="1422516" y="187866"/>
                    <a:pt x="1453010" y="195759"/>
                    <a:pt x="1479752" y="205174"/>
                  </a:cubicBezTo>
                  <a:cubicBezTo>
                    <a:pt x="1516962" y="218381"/>
                    <a:pt x="1553071" y="224660"/>
                    <a:pt x="1589813" y="211706"/>
                  </a:cubicBezTo>
                  <a:cubicBezTo>
                    <a:pt x="1629541" y="197953"/>
                    <a:pt x="1673292" y="205778"/>
                    <a:pt x="1716264" y="207459"/>
                  </a:cubicBezTo>
                  <a:cubicBezTo>
                    <a:pt x="1734988" y="208248"/>
                    <a:pt x="1754789" y="209668"/>
                    <a:pt x="1772900" y="208137"/>
                  </a:cubicBezTo>
                  <a:cubicBezTo>
                    <a:pt x="1825381" y="203828"/>
                    <a:pt x="1876222" y="195808"/>
                    <a:pt x="1929319" y="193822"/>
                  </a:cubicBezTo>
                  <a:cubicBezTo>
                    <a:pt x="1958819" y="192698"/>
                    <a:pt x="1991232" y="199166"/>
                    <a:pt x="2021514" y="204186"/>
                  </a:cubicBezTo>
                  <a:cubicBezTo>
                    <a:pt x="2052154" y="209417"/>
                    <a:pt x="2082323" y="216530"/>
                    <a:pt x="2111753" y="223797"/>
                  </a:cubicBezTo>
                  <a:cubicBezTo>
                    <a:pt x="2131736" y="228659"/>
                    <a:pt x="2153567" y="233429"/>
                    <a:pt x="2169356" y="241125"/>
                  </a:cubicBezTo>
                  <a:cubicBezTo>
                    <a:pt x="2205243" y="258649"/>
                    <a:pt x="2242901" y="263295"/>
                    <a:pt x="2286638" y="257382"/>
                  </a:cubicBezTo>
                  <a:cubicBezTo>
                    <a:pt x="2293313" y="256396"/>
                    <a:pt x="2301018" y="256799"/>
                    <a:pt x="2308368" y="256995"/>
                  </a:cubicBezTo>
                  <a:cubicBezTo>
                    <a:pt x="2426026" y="259155"/>
                    <a:pt x="2543593" y="262834"/>
                    <a:pt x="2660621" y="262863"/>
                  </a:cubicBezTo>
                  <a:cubicBezTo>
                    <a:pt x="2708088" y="262871"/>
                    <a:pt x="2754165" y="254412"/>
                    <a:pt x="2801134" y="250006"/>
                  </a:cubicBezTo>
                  <a:cubicBezTo>
                    <a:pt x="2810748" y="249174"/>
                    <a:pt x="2821504" y="247638"/>
                    <a:pt x="2830994" y="249091"/>
                  </a:cubicBezTo>
                  <a:cubicBezTo>
                    <a:pt x="2934354" y="264045"/>
                    <a:pt x="3032340" y="255254"/>
                    <a:pt x="3129084" y="242009"/>
                  </a:cubicBezTo>
                  <a:cubicBezTo>
                    <a:pt x="3139090" y="240625"/>
                    <a:pt x="3151170" y="241831"/>
                    <a:pt x="3162162" y="242789"/>
                  </a:cubicBezTo>
                  <a:cubicBezTo>
                    <a:pt x="3192925" y="245736"/>
                    <a:pt x="3225969" y="254145"/>
                    <a:pt x="3254072" y="251612"/>
                  </a:cubicBezTo>
                  <a:cubicBezTo>
                    <a:pt x="3328782" y="244461"/>
                    <a:pt x="3402881" y="234992"/>
                    <a:pt x="3473491" y="221903"/>
                  </a:cubicBezTo>
                  <a:cubicBezTo>
                    <a:pt x="3545212" y="208683"/>
                    <a:pt x="3611651" y="197856"/>
                    <a:pt x="3691860" y="219228"/>
                  </a:cubicBezTo>
                  <a:cubicBezTo>
                    <a:pt x="3725977" y="228268"/>
                    <a:pt x="3771754" y="225515"/>
                    <a:pt x="3811494" y="225691"/>
                  </a:cubicBezTo>
                  <a:cubicBezTo>
                    <a:pt x="3840564" y="225687"/>
                    <a:pt x="3868906" y="218586"/>
                    <a:pt x="3897533" y="220087"/>
                  </a:cubicBezTo>
                  <a:cubicBezTo>
                    <a:pt x="3973874" y="224087"/>
                    <a:pt x="4042293" y="217563"/>
                    <a:pt x="4109430" y="200477"/>
                  </a:cubicBezTo>
                  <a:cubicBezTo>
                    <a:pt x="4135544" y="193834"/>
                    <a:pt x="4175268" y="201258"/>
                    <a:pt x="4208772" y="200914"/>
                  </a:cubicBezTo>
                  <a:cubicBezTo>
                    <a:pt x="4244136" y="200288"/>
                    <a:pt x="4280583" y="199908"/>
                    <a:pt x="4314641" y="196159"/>
                  </a:cubicBezTo>
                  <a:cubicBezTo>
                    <a:pt x="4402743" y="186278"/>
                    <a:pt x="4489848" y="174436"/>
                    <a:pt x="4577622" y="163774"/>
                  </a:cubicBezTo>
                  <a:cubicBezTo>
                    <a:pt x="4649843" y="154967"/>
                    <a:pt x="4719794" y="168553"/>
                    <a:pt x="4790345" y="177592"/>
                  </a:cubicBezTo>
                  <a:cubicBezTo>
                    <a:pt x="4834576" y="183345"/>
                    <a:pt x="4875614" y="193701"/>
                    <a:pt x="4926164" y="184139"/>
                  </a:cubicBezTo>
                  <a:cubicBezTo>
                    <a:pt x="4974485" y="175032"/>
                    <a:pt x="5034899" y="180870"/>
                    <a:pt x="5088812" y="177401"/>
                  </a:cubicBezTo>
                  <a:cubicBezTo>
                    <a:pt x="5134238" y="174439"/>
                    <a:pt x="5178353" y="168165"/>
                    <a:pt x="5222466" y="162082"/>
                  </a:cubicBezTo>
                  <a:cubicBezTo>
                    <a:pt x="5282519" y="153783"/>
                    <a:pt x="5341864" y="144876"/>
                    <a:pt x="5406528" y="153987"/>
                  </a:cubicBezTo>
                  <a:cubicBezTo>
                    <a:pt x="5479960" y="164323"/>
                    <a:pt x="5531876" y="142624"/>
                    <a:pt x="5590716" y="129490"/>
                  </a:cubicBezTo>
                  <a:cubicBezTo>
                    <a:pt x="5631296" y="120553"/>
                    <a:pt x="5675395" y="114659"/>
                    <a:pt x="5719429" y="110099"/>
                  </a:cubicBezTo>
                  <a:cubicBezTo>
                    <a:pt x="5778247" y="104215"/>
                    <a:pt x="5838715" y="102042"/>
                    <a:pt x="5897895" y="96368"/>
                  </a:cubicBezTo>
                  <a:cubicBezTo>
                    <a:pt x="5987399" y="87895"/>
                    <a:pt x="6077855" y="82333"/>
                    <a:pt x="6169957" y="94411"/>
                  </a:cubicBezTo>
                  <a:cubicBezTo>
                    <a:pt x="6212360" y="99875"/>
                    <a:pt x="6252010" y="101763"/>
                    <a:pt x="6294827" y="99236"/>
                  </a:cubicBezTo>
                  <a:cubicBezTo>
                    <a:pt x="6364965" y="95091"/>
                    <a:pt x="6436581" y="97891"/>
                    <a:pt x="6494261" y="71724"/>
                  </a:cubicBezTo>
                  <a:cubicBezTo>
                    <a:pt x="6514615" y="62488"/>
                    <a:pt x="6550354" y="61691"/>
                    <a:pt x="6579627" y="57883"/>
                  </a:cubicBezTo>
                  <a:cubicBezTo>
                    <a:pt x="6613354" y="53353"/>
                    <a:pt x="6637770" y="57878"/>
                    <a:pt x="6654800" y="77086"/>
                  </a:cubicBezTo>
                  <a:cubicBezTo>
                    <a:pt x="6662444" y="85688"/>
                    <a:pt x="6685147" y="94892"/>
                    <a:pt x="6703059" y="97166"/>
                  </a:cubicBezTo>
                  <a:cubicBezTo>
                    <a:pt x="6756799" y="103989"/>
                    <a:pt x="6806654" y="100687"/>
                    <a:pt x="6859445" y="90481"/>
                  </a:cubicBezTo>
                  <a:cubicBezTo>
                    <a:pt x="6908894" y="80861"/>
                    <a:pt x="6969747" y="85387"/>
                    <a:pt x="7025414" y="83536"/>
                  </a:cubicBezTo>
                  <a:cubicBezTo>
                    <a:pt x="7064862" y="82168"/>
                    <a:pt x="7104501" y="77186"/>
                    <a:pt x="7144137" y="79264"/>
                  </a:cubicBezTo>
                  <a:cubicBezTo>
                    <a:pt x="7193316" y="81841"/>
                    <a:pt x="7241809" y="90488"/>
                    <a:pt x="7291235" y="95367"/>
                  </a:cubicBezTo>
                  <a:cubicBezTo>
                    <a:pt x="7329668" y="99288"/>
                    <a:pt x="7368978" y="100585"/>
                    <a:pt x="7407395" y="104888"/>
                  </a:cubicBezTo>
                  <a:cubicBezTo>
                    <a:pt x="7438868" y="108256"/>
                    <a:pt x="7469832" y="114265"/>
                    <a:pt x="7500837" y="119515"/>
                  </a:cubicBezTo>
                  <a:cubicBezTo>
                    <a:pt x="7512146" y="121444"/>
                    <a:pt x="7523255" y="127178"/>
                    <a:pt x="7533567" y="126955"/>
                  </a:cubicBezTo>
                  <a:cubicBezTo>
                    <a:pt x="7636025" y="124121"/>
                    <a:pt x="7707510" y="164497"/>
                    <a:pt x="7792910" y="185188"/>
                  </a:cubicBezTo>
                  <a:cubicBezTo>
                    <a:pt x="7882663" y="207063"/>
                    <a:pt x="7969001" y="237914"/>
                    <a:pt x="8070699" y="235423"/>
                  </a:cubicBezTo>
                  <a:cubicBezTo>
                    <a:pt x="8132239" y="233879"/>
                    <a:pt x="8191903" y="225939"/>
                    <a:pt x="8253177" y="222473"/>
                  </a:cubicBezTo>
                  <a:cubicBezTo>
                    <a:pt x="8274949" y="221324"/>
                    <a:pt x="8299150" y="222976"/>
                    <a:pt x="8320683" y="226393"/>
                  </a:cubicBezTo>
                  <a:cubicBezTo>
                    <a:pt x="8424731" y="242340"/>
                    <a:pt x="8527777" y="249266"/>
                    <a:pt x="8631438" y="237528"/>
                  </a:cubicBezTo>
                  <a:cubicBezTo>
                    <a:pt x="8649201" y="235596"/>
                    <a:pt x="8668058" y="233915"/>
                    <a:pt x="8686410" y="234877"/>
                  </a:cubicBezTo>
                  <a:cubicBezTo>
                    <a:pt x="8786966" y="240146"/>
                    <a:pt x="8885480" y="249315"/>
                    <a:pt x="8980658" y="273001"/>
                  </a:cubicBezTo>
                  <a:cubicBezTo>
                    <a:pt x="9012626" y="280972"/>
                    <a:pt x="9052108" y="279035"/>
                    <a:pt x="9087625" y="282423"/>
                  </a:cubicBezTo>
                  <a:cubicBezTo>
                    <a:pt x="9120583" y="285484"/>
                    <a:pt x="9154319" y="287825"/>
                    <a:pt x="9186017" y="293875"/>
                  </a:cubicBezTo>
                  <a:cubicBezTo>
                    <a:pt x="9232288" y="302785"/>
                    <a:pt x="9275554" y="305815"/>
                    <a:pt x="9323931" y="302628"/>
                  </a:cubicBezTo>
                  <a:cubicBezTo>
                    <a:pt x="9370084" y="299705"/>
                    <a:pt x="9419491" y="304964"/>
                    <a:pt x="9467213" y="307275"/>
                  </a:cubicBezTo>
                  <a:cubicBezTo>
                    <a:pt x="9520438" y="309874"/>
                    <a:pt x="9573661" y="312473"/>
                    <a:pt x="9626826" y="316213"/>
                  </a:cubicBezTo>
                  <a:cubicBezTo>
                    <a:pt x="9648094" y="317708"/>
                    <a:pt x="9671915" y="326588"/>
                    <a:pt x="9689696" y="324467"/>
                  </a:cubicBezTo>
                  <a:cubicBezTo>
                    <a:pt x="9747117" y="317175"/>
                    <a:pt x="9803355" y="332523"/>
                    <a:pt x="9860526" y="329986"/>
                  </a:cubicBezTo>
                  <a:cubicBezTo>
                    <a:pt x="9888572" y="328594"/>
                    <a:pt x="9919723" y="338048"/>
                    <a:pt x="9949775" y="340386"/>
                  </a:cubicBezTo>
                  <a:cubicBezTo>
                    <a:pt x="9998886" y="344296"/>
                    <a:pt x="10048092" y="346302"/>
                    <a:pt x="10097252" y="349262"/>
                  </a:cubicBezTo>
                  <a:cubicBezTo>
                    <a:pt x="10113390" y="350297"/>
                    <a:pt x="10129133" y="351886"/>
                    <a:pt x="10145261" y="353113"/>
                  </a:cubicBezTo>
                  <a:cubicBezTo>
                    <a:pt x="10159555" y="354243"/>
                    <a:pt x="10174512" y="356743"/>
                    <a:pt x="10188159" y="356124"/>
                  </a:cubicBezTo>
                  <a:cubicBezTo>
                    <a:pt x="10237589" y="353944"/>
                    <a:pt x="10286441" y="348682"/>
                    <a:pt x="10336144" y="348235"/>
                  </a:cubicBezTo>
                  <a:cubicBezTo>
                    <a:pt x="10379222" y="347822"/>
                    <a:pt x="10423443" y="353764"/>
                    <a:pt x="10466847" y="354131"/>
                  </a:cubicBezTo>
                  <a:cubicBezTo>
                    <a:pt x="10543353" y="354898"/>
                    <a:pt x="10619988" y="353190"/>
                    <a:pt x="10696514" y="353575"/>
                  </a:cubicBezTo>
                  <a:cubicBezTo>
                    <a:pt x="10713071" y="353680"/>
                    <a:pt x="10730069" y="359342"/>
                    <a:pt x="10746932" y="360606"/>
                  </a:cubicBezTo>
                  <a:cubicBezTo>
                    <a:pt x="10799731" y="364326"/>
                    <a:pt x="10852569" y="367289"/>
                    <a:pt x="10905388" y="370627"/>
                  </a:cubicBezTo>
                  <a:cubicBezTo>
                    <a:pt x="10935470" y="372396"/>
                    <a:pt x="10965963" y="373421"/>
                    <a:pt x="10995602" y="376691"/>
                  </a:cubicBezTo>
                  <a:cubicBezTo>
                    <a:pt x="11034750" y="381032"/>
                    <a:pt x="11070168" y="386324"/>
                    <a:pt x="11107647" y="373405"/>
                  </a:cubicBezTo>
                  <a:cubicBezTo>
                    <a:pt x="11165372" y="353347"/>
                    <a:pt x="11236837" y="366060"/>
                    <a:pt x="11302440" y="364156"/>
                  </a:cubicBezTo>
                  <a:cubicBezTo>
                    <a:pt x="11319394" y="363708"/>
                    <a:pt x="11336655" y="364422"/>
                    <a:pt x="11353613" y="363785"/>
                  </a:cubicBezTo>
                  <a:cubicBezTo>
                    <a:pt x="11384961" y="362566"/>
                    <a:pt x="11415955" y="360947"/>
                    <a:pt x="11447323" y="359346"/>
                  </a:cubicBezTo>
                  <a:cubicBezTo>
                    <a:pt x="11452855" y="359066"/>
                    <a:pt x="11459104" y="359200"/>
                    <a:pt x="11464292" y="358519"/>
                  </a:cubicBezTo>
                  <a:cubicBezTo>
                    <a:pt x="11512058" y="353010"/>
                    <a:pt x="11559143" y="346321"/>
                    <a:pt x="11607560" y="342370"/>
                  </a:cubicBezTo>
                  <a:cubicBezTo>
                    <a:pt x="11631218" y="340368"/>
                    <a:pt x="11657295" y="341352"/>
                    <a:pt x="11681426" y="344335"/>
                  </a:cubicBezTo>
                  <a:cubicBezTo>
                    <a:pt x="11751997" y="352993"/>
                    <a:pt x="11821986" y="358760"/>
                    <a:pt x="11893565" y="355261"/>
                  </a:cubicBezTo>
                  <a:cubicBezTo>
                    <a:pt x="11921973" y="353889"/>
                    <a:pt x="11953288" y="360300"/>
                    <a:pt x="11983290" y="363588"/>
                  </a:cubicBezTo>
                  <a:lnTo>
                    <a:pt x="12192000" y="388018"/>
                  </a:lnTo>
                  <a:lnTo>
                    <a:pt x="12192000" y="577115"/>
                  </a:lnTo>
                  <a:lnTo>
                    <a:pt x="12157329" y="588862"/>
                  </a:lnTo>
                  <a:cubicBezTo>
                    <a:pt x="12118393" y="608572"/>
                    <a:pt x="12109715" y="605637"/>
                    <a:pt x="12066948" y="586034"/>
                  </a:cubicBezTo>
                  <a:cubicBezTo>
                    <a:pt x="12016991" y="563193"/>
                    <a:pt x="11965119" y="541779"/>
                    <a:pt x="11911344" y="521599"/>
                  </a:cubicBezTo>
                  <a:cubicBezTo>
                    <a:pt x="11894383" y="515178"/>
                    <a:pt x="11869417" y="514060"/>
                    <a:pt x="11847823" y="511785"/>
                  </a:cubicBezTo>
                  <a:cubicBezTo>
                    <a:pt x="11811233" y="507768"/>
                    <a:pt x="11773630" y="501982"/>
                    <a:pt x="11737547" y="502380"/>
                  </a:cubicBezTo>
                  <a:cubicBezTo>
                    <a:pt x="11702930" y="502855"/>
                    <a:pt x="11668388" y="508866"/>
                    <a:pt x="11636052" y="514993"/>
                  </a:cubicBezTo>
                  <a:cubicBezTo>
                    <a:pt x="11545722" y="532199"/>
                    <a:pt x="11462455" y="555118"/>
                    <a:pt x="11394706" y="590867"/>
                  </a:cubicBezTo>
                  <a:cubicBezTo>
                    <a:pt x="11385999" y="595562"/>
                    <a:pt x="11369016" y="596581"/>
                    <a:pt x="11354978" y="597561"/>
                  </a:cubicBezTo>
                  <a:cubicBezTo>
                    <a:pt x="11332076" y="599224"/>
                    <a:pt x="11308448" y="600655"/>
                    <a:pt x="11285306" y="599825"/>
                  </a:cubicBezTo>
                  <a:cubicBezTo>
                    <a:pt x="11172906" y="595841"/>
                    <a:pt x="11083430" y="617861"/>
                    <a:pt x="11008528" y="656670"/>
                  </a:cubicBezTo>
                  <a:cubicBezTo>
                    <a:pt x="10986971" y="667750"/>
                    <a:pt x="10970753" y="668236"/>
                    <a:pt x="10948735" y="652964"/>
                  </a:cubicBezTo>
                  <a:cubicBezTo>
                    <a:pt x="10923173" y="635218"/>
                    <a:pt x="10885031" y="639705"/>
                    <a:pt x="10850698" y="641721"/>
                  </a:cubicBezTo>
                  <a:cubicBezTo>
                    <a:pt x="10815269" y="643680"/>
                    <a:pt x="10779458" y="645811"/>
                    <a:pt x="10744026" y="647769"/>
                  </a:cubicBezTo>
                  <a:cubicBezTo>
                    <a:pt x="10717832" y="649066"/>
                    <a:pt x="10692021" y="650003"/>
                    <a:pt x="10666160" y="651891"/>
                  </a:cubicBezTo>
                  <a:cubicBezTo>
                    <a:pt x="10585627" y="657783"/>
                    <a:pt x="10513854" y="650969"/>
                    <a:pt x="10450521" y="616552"/>
                  </a:cubicBezTo>
                  <a:cubicBezTo>
                    <a:pt x="10402221" y="590175"/>
                    <a:pt x="10339099" y="579806"/>
                    <a:pt x="10271192" y="583498"/>
                  </a:cubicBezTo>
                  <a:cubicBezTo>
                    <a:pt x="10262701" y="584006"/>
                    <a:pt x="10251859" y="587254"/>
                    <a:pt x="10246067" y="585423"/>
                  </a:cubicBezTo>
                  <a:cubicBezTo>
                    <a:pt x="10158786" y="558528"/>
                    <a:pt x="10086634" y="594049"/>
                    <a:pt x="10005027" y="592252"/>
                  </a:cubicBezTo>
                  <a:cubicBezTo>
                    <a:pt x="9969004" y="591507"/>
                    <a:pt x="9931565" y="603664"/>
                    <a:pt x="9898681" y="613195"/>
                  </a:cubicBezTo>
                  <a:cubicBezTo>
                    <a:pt x="9853463" y="626281"/>
                    <a:pt x="9813049" y="639042"/>
                    <a:pt x="9753225" y="629038"/>
                  </a:cubicBezTo>
                  <a:cubicBezTo>
                    <a:pt x="9693404" y="618845"/>
                    <a:pt x="9637675" y="628898"/>
                    <a:pt x="9591376" y="648601"/>
                  </a:cubicBezTo>
                  <a:cubicBezTo>
                    <a:pt x="9556001" y="663537"/>
                    <a:pt x="9518120" y="663077"/>
                    <a:pt x="9472860" y="655936"/>
                  </a:cubicBezTo>
                  <a:cubicBezTo>
                    <a:pt x="9416283" y="647056"/>
                    <a:pt x="9357217" y="643578"/>
                    <a:pt x="9299788" y="636945"/>
                  </a:cubicBezTo>
                  <a:cubicBezTo>
                    <a:pt x="9287347" y="635531"/>
                    <a:pt x="9271710" y="632039"/>
                    <a:pt x="9264605" y="627087"/>
                  </a:cubicBezTo>
                  <a:cubicBezTo>
                    <a:pt x="9177661" y="565680"/>
                    <a:pt x="9051076" y="558473"/>
                    <a:pt x="8926435" y="549269"/>
                  </a:cubicBezTo>
                  <a:cubicBezTo>
                    <a:pt x="8850925" y="543595"/>
                    <a:pt x="8774954" y="539613"/>
                    <a:pt x="8698934" y="536583"/>
                  </a:cubicBezTo>
                  <a:cubicBezTo>
                    <a:pt x="8673232" y="535428"/>
                    <a:pt x="8645916" y="537050"/>
                    <a:pt x="8622862" y="541563"/>
                  </a:cubicBezTo>
                  <a:cubicBezTo>
                    <a:pt x="8574890" y="551069"/>
                    <a:pt x="8530403" y="564380"/>
                    <a:pt x="8482784" y="574094"/>
                  </a:cubicBezTo>
                  <a:cubicBezTo>
                    <a:pt x="8464923" y="577929"/>
                    <a:pt x="8442157" y="576927"/>
                    <a:pt x="8421565" y="576610"/>
                  </a:cubicBezTo>
                  <a:cubicBezTo>
                    <a:pt x="8385152" y="576229"/>
                    <a:pt x="8345023" y="569546"/>
                    <a:pt x="8313469" y="574762"/>
                  </a:cubicBezTo>
                  <a:cubicBezTo>
                    <a:pt x="8231431" y="588203"/>
                    <a:pt x="8155671" y="580227"/>
                    <a:pt x="8079520" y="558685"/>
                  </a:cubicBezTo>
                  <a:cubicBezTo>
                    <a:pt x="7972906" y="528487"/>
                    <a:pt x="7870782" y="525043"/>
                    <a:pt x="7773327" y="558854"/>
                  </a:cubicBezTo>
                  <a:cubicBezTo>
                    <a:pt x="7729470" y="574107"/>
                    <a:pt x="7688069" y="563543"/>
                    <a:pt x="7652477" y="547561"/>
                  </a:cubicBezTo>
                  <a:cubicBezTo>
                    <a:pt x="7611494" y="529005"/>
                    <a:pt x="7570974" y="522685"/>
                    <a:pt x="7522274" y="532150"/>
                  </a:cubicBezTo>
                  <a:cubicBezTo>
                    <a:pt x="7511488" y="534257"/>
                    <a:pt x="7496511" y="532136"/>
                    <a:pt x="7484080" y="530532"/>
                  </a:cubicBezTo>
                  <a:cubicBezTo>
                    <a:pt x="7413133" y="522044"/>
                    <a:pt x="7341987" y="510303"/>
                    <a:pt x="7282277" y="540177"/>
                  </a:cubicBezTo>
                  <a:cubicBezTo>
                    <a:pt x="7270558" y="546051"/>
                    <a:pt x="7251336" y="547713"/>
                    <a:pt x="7235690" y="551282"/>
                  </a:cubicBezTo>
                  <a:cubicBezTo>
                    <a:pt x="7170161" y="565782"/>
                    <a:pt x="7172820" y="564203"/>
                    <a:pt x="7116339" y="539494"/>
                  </a:cubicBezTo>
                  <a:cubicBezTo>
                    <a:pt x="7086841" y="526502"/>
                    <a:pt x="7045980" y="512724"/>
                    <a:pt x="7011067" y="511848"/>
                  </a:cubicBezTo>
                  <a:cubicBezTo>
                    <a:pt x="6800473" y="506533"/>
                    <a:pt x="6601893" y="468653"/>
                    <a:pt x="6403234" y="432296"/>
                  </a:cubicBezTo>
                  <a:cubicBezTo>
                    <a:pt x="6280760" y="409851"/>
                    <a:pt x="6160432" y="402592"/>
                    <a:pt x="6036273" y="412301"/>
                  </a:cubicBezTo>
                  <a:cubicBezTo>
                    <a:pt x="5946471" y="419425"/>
                    <a:pt x="5863077" y="395593"/>
                    <a:pt x="5780467" y="377910"/>
                  </a:cubicBezTo>
                  <a:cubicBezTo>
                    <a:pt x="5763357" y="374343"/>
                    <a:pt x="5747757" y="363033"/>
                    <a:pt x="5739051" y="353609"/>
                  </a:cubicBezTo>
                  <a:cubicBezTo>
                    <a:pt x="5707675" y="320294"/>
                    <a:pt x="5653252" y="312483"/>
                    <a:pt x="5583566" y="321995"/>
                  </a:cubicBezTo>
                  <a:cubicBezTo>
                    <a:pt x="5528347" y="329404"/>
                    <a:pt x="5477716" y="340486"/>
                    <a:pt x="5432030" y="362512"/>
                  </a:cubicBezTo>
                  <a:cubicBezTo>
                    <a:pt x="5378421" y="388318"/>
                    <a:pt x="5322767" y="418026"/>
                    <a:pt x="5241398" y="425781"/>
                  </a:cubicBezTo>
                  <a:cubicBezTo>
                    <a:pt x="5206262" y="429089"/>
                    <a:pt x="5176131" y="428273"/>
                    <a:pt x="5139710" y="421022"/>
                  </a:cubicBezTo>
                  <a:cubicBezTo>
                    <a:pt x="5069048" y="407018"/>
                    <a:pt x="4997864" y="396037"/>
                    <a:pt x="4929402" y="424310"/>
                  </a:cubicBezTo>
                  <a:cubicBezTo>
                    <a:pt x="4891785" y="439890"/>
                    <a:pt x="4841650" y="448519"/>
                    <a:pt x="4782793" y="441046"/>
                  </a:cubicBezTo>
                  <a:cubicBezTo>
                    <a:pt x="4709316" y="431663"/>
                    <a:pt x="4641426" y="442031"/>
                    <a:pt x="4577594" y="459290"/>
                  </a:cubicBezTo>
                  <a:cubicBezTo>
                    <a:pt x="4554816" y="465538"/>
                    <a:pt x="4527069" y="468279"/>
                    <a:pt x="4500826" y="470529"/>
                  </a:cubicBezTo>
                  <a:cubicBezTo>
                    <a:pt x="4440199" y="475746"/>
                    <a:pt x="4379252" y="479993"/>
                    <a:pt x="4317973" y="483649"/>
                  </a:cubicBezTo>
                  <a:cubicBezTo>
                    <a:pt x="4267762" y="486741"/>
                    <a:pt x="4217264" y="488292"/>
                    <a:pt x="4166722" y="490602"/>
                  </a:cubicBezTo>
                  <a:cubicBezTo>
                    <a:pt x="4111394" y="493045"/>
                    <a:pt x="4067073" y="503124"/>
                    <a:pt x="4042814" y="530660"/>
                  </a:cubicBezTo>
                  <a:cubicBezTo>
                    <a:pt x="4034996" y="539407"/>
                    <a:pt x="4017001" y="545715"/>
                    <a:pt x="4002653" y="552594"/>
                  </a:cubicBezTo>
                  <a:cubicBezTo>
                    <a:pt x="3992459" y="557592"/>
                    <a:pt x="3979023" y="561086"/>
                    <a:pt x="3969549" y="566312"/>
                  </a:cubicBezTo>
                  <a:cubicBezTo>
                    <a:pt x="3919896" y="593854"/>
                    <a:pt x="3870968" y="621622"/>
                    <a:pt x="3821685" y="649183"/>
                  </a:cubicBezTo>
                  <a:cubicBezTo>
                    <a:pt x="3816761" y="651788"/>
                    <a:pt x="3811445" y="654943"/>
                    <a:pt x="3805138" y="655947"/>
                  </a:cubicBezTo>
                  <a:cubicBezTo>
                    <a:pt x="3739817" y="666451"/>
                    <a:pt x="3673801" y="676154"/>
                    <a:pt x="3609177" y="687459"/>
                  </a:cubicBezTo>
                  <a:cubicBezTo>
                    <a:pt x="3584288" y="691878"/>
                    <a:pt x="3558597" y="697589"/>
                    <a:pt x="3539727" y="706521"/>
                  </a:cubicBezTo>
                  <a:cubicBezTo>
                    <a:pt x="3496714" y="726780"/>
                    <a:pt x="3457268" y="749132"/>
                    <a:pt x="3396572" y="755681"/>
                  </a:cubicBezTo>
                  <a:cubicBezTo>
                    <a:pt x="3378807" y="757611"/>
                    <a:pt x="3357809" y="758036"/>
                    <a:pt x="3341054" y="754679"/>
                  </a:cubicBezTo>
                  <a:cubicBezTo>
                    <a:pt x="3272962" y="740809"/>
                    <a:pt x="3206471" y="724541"/>
                    <a:pt x="3138775" y="710120"/>
                  </a:cubicBezTo>
                  <a:cubicBezTo>
                    <a:pt x="3095820" y="701191"/>
                    <a:pt x="3056969" y="691141"/>
                    <a:pt x="3037283" y="666453"/>
                  </a:cubicBezTo>
                  <a:cubicBezTo>
                    <a:pt x="3031764" y="659487"/>
                    <a:pt x="3015626" y="651391"/>
                    <a:pt x="3002117" y="649347"/>
                  </a:cubicBezTo>
                  <a:cubicBezTo>
                    <a:pt x="2915220" y="636209"/>
                    <a:pt x="2829194" y="627503"/>
                    <a:pt x="2747294" y="652400"/>
                  </a:cubicBezTo>
                  <a:cubicBezTo>
                    <a:pt x="2730084" y="657794"/>
                    <a:pt x="2698519" y="656140"/>
                    <a:pt x="2676273" y="652304"/>
                  </a:cubicBezTo>
                  <a:cubicBezTo>
                    <a:pt x="2590546" y="637890"/>
                    <a:pt x="2508883" y="630176"/>
                    <a:pt x="2432360" y="657836"/>
                  </a:cubicBezTo>
                  <a:cubicBezTo>
                    <a:pt x="2423352" y="661179"/>
                    <a:pt x="2395274" y="656272"/>
                    <a:pt x="2382311" y="650824"/>
                  </a:cubicBezTo>
                  <a:cubicBezTo>
                    <a:pt x="2257393" y="597728"/>
                    <a:pt x="2187724" y="592930"/>
                    <a:pt x="2055134" y="630053"/>
                  </a:cubicBezTo>
                  <a:cubicBezTo>
                    <a:pt x="2046542" y="632464"/>
                    <a:pt x="2035364" y="635121"/>
                    <a:pt x="2031829" y="639324"/>
                  </a:cubicBezTo>
                  <a:cubicBezTo>
                    <a:pt x="2007977" y="666120"/>
                    <a:pt x="1960229" y="664380"/>
                    <a:pt x="1912764" y="664183"/>
                  </a:cubicBezTo>
                  <a:cubicBezTo>
                    <a:pt x="1860521" y="663924"/>
                    <a:pt x="1808236" y="664426"/>
                    <a:pt x="1755637" y="663960"/>
                  </a:cubicBezTo>
                  <a:cubicBezTo>
                    <a:pt x="1746439" y="663859"/>
                    <a:pt x="1736243" y="661799"/>
                    <a:pt x="1727159" y="659605"/>
                  </a:cubicBezTo>
                  <a:cubicBezTo>
                    <a:pt x="1692256" y="651480"/>
                    <a:pt x="1658604" y="640559"/>
                    <a:pt x="1622470" y="634850"/>
                  </a:cubicBezTo>
                  <a:cubicBezTo>
                    <a:pt x="1544362" y="622552"/>
                    <a:pt x="1469248" y="602210"/>
                    <a:pt x="1385955" y="604522"/>
                  </a:cubicBezTo>
                  <a:cubicBezTo>
                    <a:pt x="1371585" y="604913"/>
                    <a:pt x="1355357" y="598530"/>
                    <a:pt x="1340055" y="595629"/>
                  </a:cubicBezTo>
                  <a:cubicBezTo>
                    <a:pt x="1312351" y="590552"/>
                    <a:pt x="1285460" y="583993"/>
                    <a:pt x="1257271" y="581180"/>
                  </a:cubicBezTo>
                  <a:cubicBezTo>
                    <a:pt x="1182583" y="573830"/>
                    <a:pt x="1107142" y="566824"/>
                    <a:pt x="1031914" y="562692"/>
                  </a:cubicBezTo>
                  <a:cubicBezTo>
                    <a:pt x="995593" y="560597"/>
                    <a:pt x="958880" y="565923"/>
                    <a:pt x="922031" y="566853"/>
                  </a:cubicBezTo>
                  <a:cubicBezTo>
                    <a:pt x="905446" y="567320"/>
                    <a:pt x="878533" y="568199"/>
                    <a:pt x="873250" y="563724"/>
                  </a:cubicBezTo>
                  <a:cubicBezTo>
                    <a:pt x="832343" y="529722"/>
                    <a:pt x="772202" y="532674"/>
                    <a:pt x="711627" y="529880"/>
                  </a:cubicBezTo>
                  <a:cubicBezTo>
                    <a:pt x="577999" y="523641"/>
                    <a:pt x="447408" y="543696"/>
                    <a:pt x="311112" y="525106"/>
                  </a:cubicBezTo>
                  <a:cubicBezTo>
                    <a:pt x="271645" y="519795"/>
                    <a:pt x="226936" y="530235"/>
                    <a:pt x="184145" y="532188"/>
                  </a:cubicBezTo>
                  <a:cubicBezTo>
                    <a:pt x="162015" y="533128"/>
                    <a:pt x="137665" y="534333"/>
                    <a:pt x="116886" y="530572"/>
                  </a:cubicBezTo>
                  <a:cubicBezTo>
                    <a:pt x="84810" y="524693"/>
                    <a:pt x="54011" y="515448"/>
                    <a:pt x="23941" y="506433"/>
                  </a:cubicBezTo>
                  <a:lnTo>
                    <a:pt x="0" y="502149"/>
                  </a:lnTo>
                  <a:close/>
                </a:path>
              </a:pathLst>
            </a:custGeom>
            <a:blipFill>
              <a:blip r:embed="rId4">
                <a:alphaModFix amt="57000"/>
              </a:blip>
              <a:tile tx="0" ty="0" sx="100000" sy="100000" flip="none" algn="tl"/>
            </a:blipFill>
            <a:ln w="1270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</p:grpSp>
      <p:sp>
        <p:nvSpPr>
          <p:cNvPr id="9" name="TextBox 7">
            <a:extLst>
              <a:ext uri="{FF2B5EF4-FFF2-40B4-BE49-F238E27FC236}">
                <a16:creationId xmlns:a16="http://schemas.microsoft.com/office/drawing/2014/main" id="{559DA56E-C5D9-CDBE-3380-34BE6BC67806}"/>
              </a:ext>
            </a:extLst>
          </p:cNvPr>
          <p:cNvSpPr txBox="1"/>
          <p:nvPr/>
        </p:nvSpPr>
        <p:spPr>
          <a:xfrm>
            <a:off x="5048338" y="4197093"/>
            <a:ext cx="6308637" cy="2264712"/>
          </a:xfrm>
          <a:prstGeom prst="rect">
            <a:avLst/>
          </a:prstGeom>
        </p:spPr>
        <p:txBody>
          <a:bodyPr rot="0" spcFirstLastPara="0" vert="horz" lIns="91440" tIns="45720" rIns="91440" bIns="45720" numCol="1" spcCol="0" rtlCol="0" fromWordArt="0" anchor="t" anchorCtr="0" forceAA="0" compatLnSpc="1">
            <a:prstTxWarp prst="textNoShape">
              <a:avLst/>
            </a:prstTxWarp>
            <a:noAutofit/>
          </a:bodyPr>
          <a:lstStyle>
            <a:defPPr>
              <a:defRPr lang="ru-RU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ct val="90000"/>
              </a:lnSpc>
              <a:spcAft>
                <a:spcPts val="600"/>
              </a:spcAft>
            </a:pPr>
            <a:r>
              <a:rPr lang="en-US" sz="2000" dirty="0">
                <a:solidFill>
                  <a:schemeClr val="bg1">
                    <a:alpha val="80000"/>
                  </a:schemeClr>
                </a:solidFill>
              </a:rPr>
              <a:t>В </a:t>
            </a:r>
            <a:r>
              <a:rPr lang="en-US" sz="2000" dirty="0" err="1">
                <a:solidFill>
                  <a:schemeClr val="bg1">
                    <a:alpha val="80000"/>
                  </a:schemeClr>
                </a:solidFill>
              </a:rPr>
              <a:t>результате</a:t>
            </a:r>
            <a:r>
              <a:rPr lang="en-US" sz="2000" dirty="0">
                <a:solidFill>
                  <a:schemeClr val="bg1">
                    <a:alpha val="80000"/>
                  </a:schemeClr>
                </a:solidFill>
              </a:rPr>
              <a:t> </a:t>
            </a:r>
            <a:r>
              <a:rPr lang="en-US" sz="2000" dirty="0" err="1">
                <a:solidFill>
                  <a:schemeClr val="bg1">
                    <a:alpha val="80000"/>
                  </a:schemeClr>
                </a:solidFill>
              </a:rPr>
              <a:t>работы</a:t>
            </a:r>
            <a:r>
              <a:rPr lang="en-US" sz="2000" dirty="0">
                <a:solidFill>
                  <a:schemeClr val="bg1">
                    <a:alpha val="80000"/>
                  </a:schemeClr>
                </a:solidFill>
              </a:rPr>
              <a:t> </a:t>
            </a:r>
            <a:r>
              <a:rPr lang="en-US" sz="2000" dirty="0" err="1">
                <a:solidFill>
                  <a:schemeClr val="bg1">
                    <a:alpha val="80000"/>
                  </a:schemeClr>
                </a:solidFill>
              </a:rPr>
              <a:t>был</a:t>
            </a:r>
            <a:r>
              <a:rPr lang="en-US" sz="2000" dirty="0">
                <a:solidFill>
                  <a:schemeClr val="bg1">
                    <a:alpha val="80000"/>
                  </a:schemeClr>
                </a:solidFill>
              </a:rPr>
              <a:t> </a:t>
            </a:r>
            <a:r>
              <a:rPr lang="en-US" sz="2000" dirty="0" err="1">
                <a:solidFill>
                  <a:schemeClr val="bg1">
                    <a:alpha val="80000"/>
                  </a:schemeClr>
                </a:solidFill>
              </a:rPr>
              <a:t>разработан</a:t>
            </a:r>
            <a:r>
              <a:rPr lang="en-US" sz="2000" dirty="0">
                <a:solidFill>
                  <a:schemeClr val="bg1">
                    <a:alpha val="80000"/>
                  </a:schemeClr>
                </a:solidFill>
              </a:rPr>
              <a:t> </a:t>
            </a:r>
            <a:r>
              <a:rPr lang="en-US" sz="2000" dirty="0" err="1">
                <a:solidFill>
                  <a:schemeClr val="bg1">
                    <a:alpha val="80000"/>
                  </a:schemeClr>
                </a:solidFill>
              </a:rPr>
              <a:t>современный</a:t>
            </a:r>
            <a:r>
              <a:rPr lang="en-US" sz="2000" dirty="0">
                <a:solidFill>
                  <a:schemeClr val="bg1">
                    <a:alpha val="80000"/>
                  </a:schemeClr>
                </a:solidFill>
              </a:rPr>
              <a:t> </a:t>
            </a:r>
            <a:r>
              <a:rPr lang="en-US" sz="2000" dirty="0" err="1">
                <a:solidFill>
                  <a:schemeClr val="bg1">
                    <a:alpha val="80000"/>
                  </a:schemeClr>
                </a:solidFill>
              </a:rPr>
              <a:t>интернет-магазин</a:t>
            </a:r>
            <a:r>
              <a:rPr lang="en-US" sz="2000" dirty="0">
                <a:solidFill>
                  <a:schemeClr val="bg1">
                    <a:alpha val="80000"/>
                  </a:schemeClr>
                </a:solidFill>
              </a:rPr>
              <a:t> </a:t>
            </a:r>
            <a:r>
              <a:rPr lang="en-US" sz="2000" dirty="0" err="1">
                <a:solidFill>
                  <a:schemeClr val="bg1">
                    <a:alpha val="80000"/>
                  </a:schemeClr>
                </a:solidFill>
              </a:rPr>
              <a:t>спортивной</a:t>
            </a:r>
            <a:r>
              <a:rPr lang="en-US" sz="2000" dirty="0">
                <a:solidFill>
                  <a:schemeClr val="bg1">
                    <a:alpha val="80000"/>
                  </a:schemeClr>
                </a:solidFill>
              </a:rPr>
              <a:t> </a:t>
            </a:r>
            <a:r>
              <a:rPr lang="en-US" sz="2000" dirty="0" err="1">
                <a:solidFill>
                  <a:schemeClr val="bg1">
                    <a:alpha val="80000"/>
                  </a:schemeClr>
                </a:solidFill>
              </a:rPr>
              <a:t>одежды</a:t>
            </a:r>
            <a:r>
              <a:rPr lang="en-US" sz="2000" dirty="0">
                <a:solidFill>
                  <a:schemeClr val="bg1">
                    <a:alpha val="80000"/>
                  </a:schemeClr>
                </a:solidFill>
              </a:rPr>
              <a:t> с </a:t>
            </a:r>
            <a:r>
              <a:rPr lang="en-US" sz="2000" dirty="0" err="1">
                <a:solidFill>
                  <a:schemeClr val="bg1">
                    <a:alpha val="80000"/>
                  </a:schemeClr>
                </a:solidFill>
              </a:rPr>
              <a:t>использованием</a:t>
            </a:r>
            <a:r>
              <a:rPr lang="en-US" sz="2000" dirty="0">
                <a:solidFill>
                  <a:schemeClr val="bg1">
                    <a:alpha val="80000"/>
                  </a:schemeClr>
                </a:solidFill>
              </a:rPr>
              <a:t> HTML, CSS и JavaScript.</a:t>
            </a:r>
            <a:br>
              <a:rPr lang="en-US" sz="2000" dirty="0"/>
            </a:br>
            <a:r>
              <a:rPr lang="en-US" sz="2000" dirty="0" err="1">
                <a:solidFill>
                  <a:schemeClr val="bg1">
                    <a:alpha val="80000"/>
                  </a:schemeClr>
                </a:solidFill>
              </a:rPr>
              <a:t>Был</a:t>
            </a:r>
            <a:r>
              <a:rPr lang="en-US" sz="2000" dirty="0">
                <a:solidFill>
                  <a:schemeClr val="bg1">
                    <a:alpha val="80000"/>
                  </a:schemeClr>
                </a:solidFill>
              </a:rPr>
              <a:t> </a:t>
            </a:r>
            <a:r>
              <a:rPr lang="en-US" sz="2000" dirty="0" err="1">
                <a:solidFill>
                  <a:schemeClr val="bg1">
                    <a:alpha val="80000"/>
                  </a:schemeClr>
                </a:solidFill>
              </a:rPr>
              <a:t>реализован</a:t>
            </a:r>
            <a:r>
              <a:rPr lang="en-US" sz="2000" dirty="0">
                <a:solidFill>
                  <a:schemeClr val="bg1">
                    <a:alpha val="80000"/>
                  </a:schemeClr>
                </a:solidFill>
              </a:rPr>
              <a:t> </a:t>
            </a:r>
            <a:r>
              <a:rPr lang="en-US" sz="2000" dirty="0" err="1">
                <a:solidFill>
                  <a:schemeClr val="bg1">
                    <a:alpha val="80000"/>
                  </a:schemeClr>
                </a:solidFill>
              </a:rPr>
              <a:t>интерактивный</a:t>
            </a:r>
            <a:r>
              <a:rPr lang="en-US" sz="2000" dirty="0">
                <a:solidFill>
                  <a:schemeClr val="bg1">
                    <a:alpha val="80000"/>
                  </a:schemeClr>
                </a:solidFill>
              </a:rPr>
              <a:t> </a:t>
            </a:r>
            <a:r>
              <a:rPr lang="en-US" sz="2000" dirty="0" err="1">
                <a:solidFill>
                  <a:schemeClr val="bg1">
                    <a:alpha val="80000"/>
                  </a:schemeClr>
                </a:solidFill>
              </a:rPr>
              <a:t>интерфейс</a:t>
            </a:r>
            <a:r>
              <a:rPr lang="en-US" sz="2000" dirty="0">
                <a:solidFill>
                  <a:schemeClr val="bg1">
                    <a:alpha val="80000"/>
                  </a:schemeClr>
                </a:solidFill>
              </a:rPr>
              <a:t>, </a:t>
            </a:r>
            <a:r>
              <a:rPr lang="en-US" sz="2000" dirty="0" err="1">
                <a:solidFill>
                  <a:schemeClr val="bg1">
                    <a:alpha val="80000"/>
                  </a:schemeClr>
                </a:solidFill>
              </a:rPr>
              <a:t>адаптивный</a:t>
            </a:r>
            <a:r>
              <a:rPr lang="en-US" sz="2000" dirty="0">
                <a:solidFill>
                  <a:schemeClr val="bg1">
                    <a:alpha val="80000"/>
                  </a:schemeClr>
                </a:solidFill>
              </a:rPr>
              <a:t> </a:t>
            </a:r>
            <a:r>
              <a:rPr lang="en-US" sz="2000" dirty="0" err="1">
                <a:solidFill>
                  <a:schemeClr val="bg1">
                    <a:alpha val="80000"/>
                  </a:schemeClr>
                </a:solidFill>
              </a:rPr>
              <a:t>дизайн</a:t>
            </a:r>
            <a:r>
              <a:rPr lang="en-US" sz="2000" dirty="0">
                <a:solidFill>
                  <a:schemeClr val="bg1">
                    <a:alpha val="80000"/>
                  </a:schemeClr>
                </a:solidFill>
              </a:rPr>
              <a:t> и </a:t>
            </a:r>
            <a:r>
              <a:rPr lang="en-US" sz="2000" dirty="0" err="1">
                <a:solidFill>
                  <a:schemeClr val="bg1">
                    <a:alpha val="80000"/>
                  </a:schemeClr>
                </a:solidFill>
              </a:rPr>
              <a:t>удобная</a:t>
            </a:r>
            <a:r>
              <a:rPr lang="en-US" sz="2000" dirty="0">
                <a:solidFill>
                  <a:schemeClr val="bg1">
                    <a:alpha val="80000"/>
                  </a:schemeClr>
                </a:solidFill>
              </a:rPr>
              <a:t> </a:t>
            </a:r>
            <a:r>
              <a:rPr lang="en-US" sz="2000" dirty="0" err="1">
                <a:solidFill>
                  <a:schemeClr val="bg1">
                    <a:alpha val="80000"/>
                  </a:schemeClr>
                </a:solidFill>
              </a:rPr>
              <a:t>навигация</a:t>
            </a:r>
            <a:r>
              <a:rPr lang="en-US" sz="2000" dirty="0">
                <a:solidFill>
                  <a:schemeClr val="bg1">
                    <a:alpha val="80000"/>
                  </a:schemeClr>
                </a:solidFill>
              </a:rPr>
              <a:t> </a:t>
            </a:r>
            <a:r>
              <a:rPr lang="en-US" sz="2000" dirty="0" err="1">
                <a:solidFill>
                  <a:schemeClr val="bg1">
                    <a:alpha val="80000"/>
                  </a:schemeClr>
                </a:solidFill>
              </a:rPr>
              <a:t>сайта</a:t>
            </a:r>
            <a:r>
              <a:rPr lang="en-US" sz="2000" dirty="0">
                <a:solidFill>
                  <a:schemeClr val="bg1">
                    <a:alpha val="80000"/>
                  </a:schemeClr>
                </a:solidFill>
              </a:rPr>
              <a:t>.</a:t>
            </a:r>
            <a:br>
              <a:rPr lang="en-US" sz="2000" dirty="0"/>
            </a:br>
            <a:r>
              <a:rPr lang="en-US" sz="2000" dirty="0">
                <a:solidFill>
                  <a:schemeClr val="bg1">
                    <a:alpha val="80000"/>
                  </a:schemeClr>
                </a:solidFill>
              </a:rPr>
              <a:t>В </a:t>
            </a:r>
            <a:r>
              <a:rPr lang="en-US" sz="2000" dirty="0" err="1">
                <a:solidFill>
                  <a:schemeClr val="bg1">
                    <a:alpha val="80000"/>
                  </a:schemeClr>
                </a:solidFill>
              </a:rPr>
              <a:t>процессе</a:t>
            </a:r>
            <a:r>
              <a:rPr lang="en-US" sz="2000" dirty="0">
                <a:solidFill>
                  <a:schemeClr val="bg1">
                    <a:alpha val="80000"/>
                  </a:schemeClr>
                </a:solidFill>
              </a:rPr>
              <a:t> </a:t>
            </a:r>
            <a:r>
              <a:rPr lang="en-US" sz="2000" dirty="0" err="1">
                <a:solidFill>
                  <a:schemeClr val="bg1">
                    <a:alpha val="80000"/>
                  </a:schemeClr>
                </a:solidFill>
              </a:rPr>
              <a:t>разработки</a:t>
            </a:r>
            <a:r>
              <a:rPr lang="en-US" sz="2000" dirty="0">
                <a:solidFill>
                  <a:schemeClr val="bg1">
                    <a:alpha val="80000"/>
                  </a:schemeClr>
                </a:solidFill>
              </a:rPr>
              <a:t> </a:t>
            </a:r>
            <a:r>
              <a:rPr lang="en-US" sz="2000" dirty="0" err="1">
                <a:solidFill>
                  <a:schemeClr val="bg1">
                    <a:alpha val="80000"/>
                  </a:schemeClr>
                </a:solidFill>
              </a:rPr>
              <a:t>были</a:t>
            </a:r>
            <a:r>
              <a:rPr lang="en-US" sz="2000" dirty="0">
                <a:solidFill>
                  <a:schemeClr val="bg1">
                    <a:alpha val="80000"/>
                  </a:schemeClr>
                </a:solidFill>
              </a:rPr>
              <a:t> </a:t>
            </a:r>
            <a:r>
              <a:rPr lang="en-US" sz="2000" dirty="0" err="1">
                <a:solidFill>
                  <a:schemeClr val="bg1">
                    <a:alpha val="80000"/>
                  </a:schemeClr>
                </a:solidFill>
              </a:rPr>
              <a:t>получены</a:t>
            </a:r>
            <a:r>
              <a:rPr lang="en-US" sz="2000" dirty="0">
                <a:solidFill>
                  <a:schemeClr val="bg1">
                    <a:alpha val="80000"/>
                  </a:schemeClr>
                </a:solidFill>
              </a:rPr>
              <a:t> </a:t>
            </a:r>
            <a:r>
              <a:rPr lang="en-US" sz="2000" dirty="0" err="1">
                <a:solidFill>
                  <a:schemeClr val="bg1">
                    <a:alpha val="80000"/>
                  </a:schemeClr>
                </a:solidFill>
              </a:rPr>
              <a:t>практические</a:t>
            </a:r>
            <a:r>
              <a:rPr lang="en-US" sz="2000" dirty="0">
                <a:solidFill>
                  <a:schemeClr val="bg1">
                    <a:alpha val="80000"/>
                  </a:schemeClr>
                </a:solidFill>
              </a:rPr>
              <a:t> </a:t>
            </a:r>
            <a:r>
              <a:rPr lang="en-US" sz="2000" dirty="0" err="1">
                <a:solidFill>
                  <a:schemeClr val="bg1">
                    <a:alpha val="80000"/>
                  </a:schemeClr>
                </a:solidFill>
              </a:rPr>
              <a:t>навыки</a:t>
            </a:r>
            <a:r>
              <a:rPr lang="en-US" sz="2000" dirty="0">
                <a:solidFill>
                  <a:schemeClr val="bg1">
                    <a:alpha val="80000"/>
                  </a:schemeClr>
                </a:solidFill>
              </a:rPr>
              <a:t> frontend-</a:t>
            </a:r>
            <a:r>
              <a:rPr lang="en-US" sz="2000" dirty="0" err="1">
                <a:solidFill>
                  <a:schemeClr val="bg1">
                    <a:alpha val="80000"/>
                  </a:schemeClr>
                </a:solidFill>
              </a:rPr>
              <a:t>разработки</a:t>
            </a:r>
            <a:r>
              <a:rPr lang="en-US" sz="2000" dirty="0">
                <a:solidFill>
                  <a:schemeClr val="bg1">
                    <a:alpha val="80000"/>
                  </a:schemeClr>
                </a:solidFill>
              </a:rPr>
              <a:t>.</a:t>
            </a:r>
            <a:endParaRPr lang="ru-RU" sz="2000" dirty="0">
              <a:solidFill>
                <a:schemeClr val="bg1">
                  <a:alpha val="80000"/>
                </a:schemeClr>
              </a:solidFill>
            </a:endParaRPr>
          </a:p>
          <a:p>
            <a:pPr indent="-2286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endParaRPr lang="en-US" sz="1500">
              <a:solidFill>
                <a:schemeClr val="bg1">
                  <a:alpha val="80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951996287"/>
      </p:ext>
    </p:extLst>
  </p:cSld>
  <p:clrMapOvr>
    <a:masterClrMapping/>
  </p:clrMapOvr>
</p:sld>
</file>

<file path=ppt/theme/theme1.xml><?xml version="1.0" encoding="utf-8"?>
<a:theme xmlns:a="http://schemas.openxmlformats.org/drawingml/2006/main" name="Тема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Стандартная">
      <a:majorFont>
        <a:latin typeface="Aptos Display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ptos" panose="020B000402020202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</TotalTime>
  <Words>217</Words>
  <Application>Microsoft Office PowerPoint</Application>
  <PresentationFormat>Widescreen</PresentationFormat>
  <Paragraphs>34</Paragraphs>
  <Slides>6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11" baseType="lpstr">
      <vt:lpstr>Aptos</vt:lpstr>
      <vt:lpstr>Aptos Display</vt:lpstr>
      <vt:lpstr>Arial</vt:lpstr>
      <vt:lpstr>Trebuchet MS</vt:lpstr>
      <vt:lpstr>Тема Office</vt:lpstr>
      <vt:lpstr>PowerPoint Presentation</vt:lpstr>
      <vt:lpstr>Цель и задачи разработки</vt:lpstr>
      <vt:lpstr>Используемые технологии</vt:lpstr>
      <vt:lpstr>Структура и страницы сайта</vt:lpstr>
      <vt:lpstr>Функциональные возможности</vt:lpstr>
      <vt:lpstr>Результаты разработки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Farkhad</dc:creator>
  <cp:lastModifiedBy>Farkhad Farzana</cp:lastModifiedBy>
  <cp:revision>179</cp:revision>
  <dcterms:created xsi:type="dcterms:W3CDTF">2026-05-11T16:02:04Z</dcterms:created>
  <dcterms:modified xsi:type="dcterms:W3CDTF">2026-05-11T17:25:33Z</dcterms:modified>
</cp:coreProperties>
</file>